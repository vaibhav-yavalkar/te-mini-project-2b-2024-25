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8"/>
  </p:notes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 id="268" r:id="rId14"/>
    <p:sldId id="269" r:id="rId15"/>
    <p:sldId id="270" r:id="rId16"/>
    <p:sldId id="271" r:id="rId17"/>
  </p:sldIdLst>
  <p:sldSz cx="10080625" cy="7559675"/>
  <p:notesSz cx="7559675" cy="10691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CE3C61E-D263-43CF-9915-1912655C6997}">
  <a:tblStyle styleId="{FCE3C61E-D263-43CF-9915-1912655C6997}"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1416" y="56"/>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
        <p:cNvGrpSpPr/>
        <p:nvPr/>
      </p:nvGrpSpPr>
      <p:grpSpPr>
        <a:xfrm>
          <a:off x="0" y="0"/>
          <a:ext cx="0" cy="0"/>
          <a:chOff x="0" y="0"/>
          <a:chExt cx="0" cy="0"/>
        </a:xfrm>
      </p:grpSpPr>
      <p:sp>
        <p:nvSpPr>
          <p:cNvPr id="3" name="Google Shape;3;n"/>
          <p:cNvSpPr/>
          <p:nvPr/>
        </p:nvSpPr>
        <p:spPr>
          <a:xfrm>
            <a:off x="0" y="0"/>
            <a:ext cx="7559675" cy="10691812"/>
          </a:xfrm>
          <a:prstGeom prst="roundRect">
            <a:avLst>
              <a:gd name="adj" fmla="val 4"/>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rebuchet MS"/>
              <a:ea typeface="Trebuchet MS"/>
              <a:cs typeface="Trebuchet MS"/>
              <a:sym typeface="Trebuchet MS"/>
            </a:endParaRPr>
          </a:p>
        </p:txBody>
      </p:sp>
      <p:sp>
        <p:nvSpPr>
          <p:cNvPr id="4" name="Google Shape;4;n"/>
          <p:cNvSpPr>
            <a:spLocks noGrp="1" noRot="1" noChangeAspect="1"/>
          </p:cNvSpPr>
          <p:nvPr>
            <p:ph type="sldImg" idx="2"/>
          </p:nvPr>
        </p:nvSpPr>
        <p:spPr>
          <a:xfrm>
            <a:off x="215900" y="812800"/>
            <a:ext cx="7124700" cy="40052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 name="Google Shape;5;n"/>
          <p:cNvSpPr txBox="1">
            <a:spLocks noGrp="1"/>
          </p:cNvSpPr>
          <p:nvPr>
            <p:ph type="body" idx="1"/>
          </p:nvPr>
        </p:nvSpPr>
        <p:spPr>
          <a:xfrm>
            <a:off x="755650" y="5078412"/>
            <a:ext cx="6045200" cy="4808537"/>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 name="Google Shape;6;n"/>
          <p:cNvSpPr txBox="1"/>
          <p:nvPr/>
        </p:nvSpPr>
        <p:spPr>
          <a:xfrm>
            <a:off x="0" y="0"/>
            <a:ext cx="3279775" cy="533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rebuchet MS"/>
              <a:ea typeface="Trebuchet MS"/>
              <a:cs typeface="Trebuchet MS"/>
              <a:sym typeface="Trebuchet MS"/>
            </a:endParaRPr>
          </a:p>
        </p:txBody>
      </p:sp>
      <p:sp>
        <p:nvSpPr>
          <p:cNvPr id="7" name="Google Shape;7;n"/>
          <p:cNvSpPr txBox="1"/>
          <p:nvPr/>
        </p:nvSpPr>
        <p:spPr>
          <a:xfrm>
            <a:off x="4278312" y="0"/>
            <a:ext cx="3279775" cy="533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rebuchet MS"/>
              <a:ea typeface="Trebuchet MS"/>
              <a:cs typeface="Trebuchet MS"/>
              <a:sym typeface="Trebuchet MS"/>
            </a:endParaRPr>
          </a:p>
        </p:txBody>
      </p:sp>
      <p:sp>
        <p:nvSpPr>
          <p:cNvPr id="8" name="Google Shape;8;n"/>
          <p:cNvSpPr txBox="1"/>
          <p:nvPr/>
        </p:nvSpPr>
        <p:spPr>
          <a:xfrm>
            <a:off x="0" y="10156825"/>
            <a:ext cx="3279775" cy="533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rebuchet MS"/>
              <a:ea typeface="Trebuchet MS"/>
              <a:cs typeface="Trebuchet MS"/>
              <a:sym typeface="Trebuchet MS"/>
            </a:endParaRPr>
          </a:p>
        </p:txBody>
      </p:sp>
      <p:sp>
        <p:nvSpPr>
          <p:cNvPr id="9" name="Google Shape;9;n"/>
          <p:cNvSpPr txBox="1">
            <a:spLocks noGrp="1"/>
          </p:cNvSpPr>
          <p:nvPr>
            <p:ph type="sldNum" idx="12"/>
          </p:nvPr>
        </p:nvSpPr>
        <p:spPr>
          <a:xfrm>
            <a:off x="4278312" y="10156825"/>
            <a:ext cx="3278187" cy="531812"/>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imes New Roman"/>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txBox="1"/>
          <p:nvPr/>
        </p:nvSpPr>
        <p:spPr>
          <a:xfrm>
            <a:off x="4278312" y="10156825"/>
            <a:ext cx="3278187" cy="531812"/>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strike="noStrike" cap="none">
                <a:solidFill>
                  <a:srgbClr val="000000"/>
                </a:solidFill>
                <a:latin typeface="Trebuchet MS"/>
                <a:ea typeface="Trebuchet MS"/>
                <a:cs typeface="Trebuchet MS"/>
                <a:sym typeface="Trebuchet MS"/>
              </a:rPr>
              <a:t>1</a:t>
            </a:fld>
            <a:endParaRPr sz="1400" b="0" i="0" u="none" strike="noStrike" cap="none">
              <a:solidFill>
                <a:srgbClr val="000000"/>
              </a:solidFill>
              <a:latin typeface="Arial"/>
              <a:ea typeface="Arial"/>
              <a:cs typeface="Arial"/>
              <a:sym typeface="Arial"/>
            </a:endParaRPr>
          </a:p>
        </p:txBody>
      </p:sp>
      <p:sp>
        <p:nvSpPr>
          <p:cNvPr id="87" name="Google Shape;87;p1:notes"/>
          <p:cNvSpPr txBox="1"/>
          <p:nvPr/>
        </p:nvSpPr>
        <p:spPr>
          <a:xfrm>
            <a:off x="4278312" y="10156825"/>
            <a:ext cx="3279775"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strike="noStrike" cap="none">
                <a:solidFill>
                  <a:srgbClr val="000000"/>
                </a:solidFill>
                <a:latin typeface="Trebuchet MS"/>
                <a:ea typeface="Trebuchet MS"/>
                <a:cs typeface="Trebuchet MS"/>
                <a:sym typeface="Trebuchet MS"/>
              </a:rPr>
              <a:t>1</a:t>
            </a:fld>
            <a:endParaRPr sz="1400" b="0" i="0" u="none" strike="noStrike" cap="none">
              <a:solidFill>
                <a:srgbClr val="000000"/>
              </a:solidFill>
              <a:latin typeface="Arial"/>
              <a:ea typeface="Arial"/>
              <a:cs typeface="Arial"/>
              <a:sym typeface="Arial"/>
            </a:endParaRPr>
          </a:p>
        </p:txBody>
      </p:sp>
      <p:sp>
        <p:nvSpPr>
          <p:cNvPr id="88" name="Google Shape;88;p1: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89" name="Google Shape;89;p1:notes"/>
          <p:cNvSpPr txBox="1">
            <a:spLocks noGrp="1"/>
          </p:cNvSpPr>
          <p:nvPr>
            <p:ph type="body" idx="1"/>
          </p:nvPr>
        </p:nvSpPr>
        <p:spPr>
          <a:xfrm>
            <a:off x="755650" y="5078412"/>
            <a:ext cx="6048375" cy="481171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p:nvPr/>
        </p:nvSpPr>
        <p:spPr>
          <a:xfrm>
            <a:off x="4278312" y="10156825"/>
            <a:ext cx="3278187" cy="531812"/>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strike="noStrike" cap="none">
                <a:solidFill>
                  <a:srgbClr val="000000"/>
                </a:solidFill>
                <a:latin typeface="Trebuchet MS"/>
                <a:ea typeface="Trebuchet MS"/>
                <a:cs typeface="Trebuchet MS"/>
                <a:sym typeface="Trebuchet MS"/>
              </a:rPr>
              <a:t>2</a:t>
            </a:fld>
            <a:endParaRPr sz="1400" b="0" i="0" u="none" strike="noStrike" cap="none">
              <a:solidFill>
                <a:srgbClr val="000000"/>
              </a:solidFill>
              <a:latin typeface="Arial"/>
              <a:ea typeface="Arial"/>
              <a:cs typeface="Arial"/>
              <a:sym typeface="Arial"/>
            </a:endParaRPr>
          </a:p>
        </p:txBody>
      </p:sp>
      <p:sp>
        <p:nvSpPr>
          <p:cNvPr id="96" name="Google Shape;96;p2:notes"/>
          <p:cNvSpPr txBox="1"/>
          <p:nvPr/>
        </p:nvSpPr>
        <p:spPr>
          <a:xfrm>
            <a:off x="4278312" y="10156825"/>
            <a:ext cx="3279775"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strike="noStrike" cap="none">
                <a:solidFill>
                  <a:srgbClr val="000000"/>
                </a:solidFill>
                <a:latin typeface="Trebuchet MS"/>
                <a:ea typeface="Trebuchet MS"/>
                <a:cs typeface="Trebuchet MS"/>
                <a:sym typeface="Trebuchet MS"/>
              </a:rPr>
              <a:t>2</a:t>
            </a:fld>
            <a:endParaRPr sz="1400" b="0" i="0" u="none" strike="noStrike" cap="none">
              <a:solidFill>
                <a:srgbClr val="000000"/>
              </a:solidFill>
              <a:latin typeface="Arial"/>
              <a:ea typeface="Arial"/>
              <a:cs typeface="Arial"/>
              <a:sym typeface="Arial"/>
            </a:endParaRPr>
          </a:p>
        </p:txBody>
      </p:sp>
      <p:sp>
        <p:nvSpPr>
          <p:cNvPr id="97" name="Google Shape;97;p2:notes"/>
          <p:cNvSpPr>
            <a:spLocks noGrp="1" noRot="1" noChangeAspect="1"/>
          </p:cNvSpPr>
          <p:nvPr>
            <p:ph type="sldImg" idx="2"/>
          </p:nvPr>
        </p:nvSpPr>
        <p:spPr>
          <a:xfrm>
            <a:off x="1106487" y="812800"/>
            <a:ext cx="5346700" cy="400843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98" name="Google Shape;98;p2:notes"/>
          <p:cNvSpPr txBox="1">
            <a:spLocks noGrp="1"/>
          </p:cNvSpPr>
          <p:nvPr>
            <p:ph type="body" idx="1"/>
          </p:nvPr>
        </p:nvSpPr>
        <p:spPr>
          <a:xfrm>
            <a:off x="755650" y="5078412"/>
            <a:ext cx="6048375" cy="481171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p:nvPr/>
        </p:nvSpPr>
        <p:spPr>
          <a:xfrm>
            <a:off x="4278312" y="10156825"/>
            <a:ext cx="3278187" cy="531812"/>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strike="noStrike" cap="none">
                <a:solidFill>
                  <a:srgbClr val="000000"/>
                </a:solidFill>
                <a:latin typeface="Trebuchet MS"/>
                <a:ea typeface="Trebuchet MS"/>
                <a:cs typeface="Trebuchet MS"/>
                <a:sym typeface="Trebuchet MS"/>
              </a:rPr>
              <a:t>3</a:t>
            </a:fld>
            <a:endParaRPr sz="1400" b="0" i="0" u="none" strike="noStrike" cap="none">
              <a:solidFill>
                <a:srgbClr val="000000"/>
              </a:solidFill>
              <a:latin typeface="Arial"/>
              <a:ea typeface="Arial"/>
              <a:cs typeface="Arial"/>
              <a:sym typeface="Arial"/>
            </a:endParaRPr>
          </a:p>
        </p:txBody>
      </p:sp>
      <p:sp>
        <p:nvSpPr>
          <p:cNvPr id="104" name="Google Shape;104;p3:notes"/>
          <p:cNvSpPr txBox="1"/>
          <p:nvPr/>
        </p:nvSpPr>
        <p:spPr>
          <a:xfrm>
            <a:off x="4278312" y="10156825"/>
            <a:ext cx="3279775"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strike="noStrike" cap="none">
                <a:solidFill>
                  <a:srgbClr val="000000"/>
                </a:solidFill>
                <a:latin typeface="Trebuchet MS"/>
                <a:ea typeface="Trebuchet MS"/>
                <a:cs typeface="Trebuchet MS"/>
                <a:sym typeface="Trebuchet MS"/>
              </a:rPr>
              <a:t>3</a:t>
            </a:fld>
            <a:endParaRPr sz="1400" b="0" i="0" u="none" strike="noStrike" cap="none">
              <a:solidFill>
                <a:srgbClr val="000000"/>
              </a:solidFill>
              <a:latin typeface="Arial"/>
              <a:ea typeface="Arial"/>
              <a:cs typeface="Arial"/>
              <a:sym typeface="Arial"/>
            </a:endParaRPr>
          </a:p>
        </p:txBody>
      </p:sp>
      <p:sp>
        <p:nvSpPr>
          <p:cNvPr id="105" name="Google Shape;105;p3:notes"/>
          <p:cNvSpPr>
            <a:spLocks noGrp="1" noRot="1" noChangeAspect="1"/>
          </p:cNvSpPr>
          <p:nvPr>
            <p:ph type="sldImg" idx="2"/>
          </p:nvPr>
        </p:nvSpPr>
        <p:spPr>
          <a:xfrm>
            <a:off x="1106487" y="812800"/>
            <a:ext cx="5346700" cy="400843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106" name="Google Shape;106;p3:notes"/>
          <p:cNvSpPr txBox="1">
            <a:spLocks noGrp="1"/>
          </p:cNvSpPr>
          <p:nvPr>
            <p:ph type="body" idx="1"/>
          </p:nvPr>
        </p:nvSpPr>
        <p:spPr>
          <a:xfrm>
            <a:off x="755650" y="5078412"/>
            <a:ext cx="6048375" cy="481171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p:nvPr/>
        </p:nvSpPr>
        <p:spPr>
          <a:xfrm>
            <a:off x="4278312" y="10156825"/>
            <a:ext cx="3278187" cy="531812"/>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strike="noStrike" cap="none">
                <a:solidFill>
                  <a:srgbClr val="000000"/>
                </a:solidFill>
                <a:latin typeface="Trebuchet MS"/>
                <a:ea typeface="Trebuchet MS"/>
                <a:cs typeface="Trebuchet MS"/>
                <a:sym typeface="Trebuchet MS"/>
              </a:rPr>
              <a:t>4</a:t>
            </a:fld>
            <a:endParaRPr sz="1400" b="0" i="0" u="none" strike="noStrike" cap="none">
              <a:solidFill>
                <a:srgbClr val="000000"/>
              </a:solidFill>
              <a:latin typeface="Arial"/>
              <a:ea typeface="Arial"/>
              <a:cs typeface="Arial"/>
              <a:sym typeface="Arial"/>
            </a:endParaRPr>
          </a:p>
        </p:txBody>
      </p:sp>
      <p:sp>
        <p:nvSpPr>
          <p:cNvPr id="112" name="Google Shape;112;p4:notes"/>
          <p:cNvSpPr txBox="1"/>
          <p:nvPr/>
        </p:nvSpPr>
        <p:spPr>
          <a:xfrm>
            <a:off x="4278312" y="10156825"/>
            <a:ext cx="3279775"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strike="noStrike" cap="none">
                <a:solidFill>
                  <a:srgbClr val="000000"/>
                </a:solidFill>
                <a:latin typeface="Trebuchet MS"/>
                <a:ea typeface="Trebuchet MS"/>
                <a:cs typeface="Trebuchet MS"/>
                <a:sym typeface="Trebuchet MS"/>
              </a:rPr>
              <a:t>4</a:t>
            </a:fld>
            <a:endParaRPr sz="1400" b="0" i="0" u="none" strike="noStrike" cap="none">
              <a:solidFill>
                <a:srgbClr val="000000"/>
              </a:solidFill>
              <a:latin typeface="Arial"/>
              <a:ea typeface="Arial"/>
              <a:cs typeface="Arial"/>
              <a:sym typeface="Arial"/>
            </a:endParaRPr>
          </a:p>
        </p:txBody>
      </p:sp>
      <p:sp>
        <p:nvSpPr>
          <p:cNvPr id="113" name="Google Shape;113;p4: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114" name="Google Shape;114;p4:notes"/>
          <p:cNvSpPr txBox="1">
            <a:spLocks noGrp="1"/>
          </p:cNvSpPr>
          <p:nvPr>
            <p:ph type="body" idx="1"/>
          </p:nvPr>
        </p:nvSpPr>
        <p:spPr>
          <a:xfrm>
            <a:off x="755650" y="5078412"/>
            <a:ext cx="6048375" cy="481171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6:notes"/>
          <p:cNvSpPr txBox="1"/>
          <p:nvPr/>
        </p:nvSpPr>
        <p:spPr>
          <a:xfrm>
            <a:off x="4278312" y="10156825"/>
            <a:ext cx="3278187" cy="531812"/>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strike="noStrike" cap="none">
                <a:solidFill>
                  <a:srgbClr val="000000"/>
                </a:solidFill>
                <a:latin typeface="Trebuchet MS"/>
                <a:ea typeface="Trebuchet MS"/>
                <a:cs typeface="Trebuchet MS"/>
                <a:sym typeface="Trebuchet MS"/>
              </a:rPr>
              <a:t>5</a:t>
            </a:fld>
            <a:endParaRPr sz="1400" b="0" i="0" u="none" strike="noStrike" cap="none">
              <a:solidFill>
                <a:srgbClr val="000000"/>
              </a:solidFill>
              <a:latin typeface="Arial"/>
              <a:ea typeface="Arial"/>
              <a:cs typeface="Arial"/>
              <a:sym typeface="Arial"/>
            </a:endParaRPr>
          </a:p>
        </p:txBody>
      </p:sp>
      <p:sp>
        <p:nvSpPr>
          <p:cNvPr id="127" name="Google Shape;127;p6:notes"/>
          <p:cNvSpPr>
            <a:spLocks noGrp="1" noRot="1" noChangeAspect="1"/>
          </p:cNvSpPr>
          <p:nvPr>
            <p:ph type="sldImg" idx="2"/>
          </p:nvPr>
        </p:nvSpPr>
        <p:spPr>
          <a:xfrm>
            <a:off x="1108075" y="812800"/>
            <a:ext cx="5341938" cy="40068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128" name="Google Shape;128;p6:notes"/>
          <p:cNvSpPr txBox="1">
            <a:spLocks noGrp="1"/>
          </p:cNvSpPr>
          <p:nvPr>
            <p:ph type="body" idx="1"/>
          </p:nvPr>
        </p:nvSpPr>
        <p:spPr>
          <a:xfrm>
            <a:off x="755650" y="5078412"/>
            <a:ext cx="6046787" cy="4810125"/>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txBox="1"/>
          <p:nvPr/>
        </p:nvSpPr>
        <p:spPr>
          <a:xfrm>
            <a:off x="4278312" y="10156825"/>
            <a:ext cx="3278187" cy="531812"/>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strike="noStrike" cap="none">
                <a:solidFill>
                  <a:srgbClr val="000000"/>
                </a:solidFill>
                <a:latin typeface="Trebuchet MS"/>
                <a:ea typeface="Trebuchet MS"/>
                <a:cs typeface="Trebuchet MS"/>
                <a:sym typeface="Trebuchet MS"/>
              </a:rPr>
              <a:t>6</a:t>
            </a:fld>
            <a:endParaRPr sz="1400" b="0" i="0" u="none" strike="noStrike" cap="none">
              <a:solidFill>
                <a:srgbClr val="000000"/>
              </a:solidFill>
              <a:latin typeface="Arial"/>
              <a:ea typeface="Arial"/>
              <a:cs typeface="Arial"/>
              <a:sym typeface="Arial"/>
            </a:endParaRPr>
          </a:p>
        </p:txBody>
      </p:sp>
      <p:sp>
        <p:nvSpPr>
          <p:cNvPr id="120" name="Google Shape;120;p5:notes"/>
          <p:cNvSpPr>
            <a:spLocks noGrp="1" noRot="1" noChangeAspect="1"/>
          </p:cNvSpPr>
          <p:nvPr>
            <p:ph type="sldImg" idx="2"/>
          </p:nvPr>
        </p:nvSpPr>
        <p:spPr>
          <a:xfrm>
            <a:off x="1108075" y="812800"/>
            <a:ext cx="5341938" cy="40068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121" name="Google Shape;121;p5:notes"/>
          <p:cNvSpPr txBox="1">
            <a:spLocks noGrp="1"/>
          </p:cNvSpPr>
          <p:nvPr>
            <p:ph type="body" idx="1"/>
          </p:nvPr>
        </p:nvSpPr>
        <p:spPr>
          <a:xfrm>
            <a:off x="755650" y="5078412"/>
            <a:ext cx="6046787" cy="4810125"/>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7:notes"/>
          <p:cNvSpPr txBox="1"/>
          <p:nvPr/>
        </p:nvSpPr>
        <p:spPr>
          <a:xfrm>
            <a:off x="4278312" y="10156825"/>
            <a:ext cx="3278187" cy="531812"/>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strike="noStrike" cap="none">
                <a:solidFill>
                  <a:srgbClr val="000000"/>
                </a:solidFill>
                <a:latin typeface="Trebuchet MS"/>
                <a:ea typeface="Trebuchet MS"/>
                <a:cs typeface="Trebuchet MS"/>
                <a:sym typeface="Trebuchet MS"/>
              </a:rPr>
              <a:t>7</a:t>
            </a:fld>
            <a:endParaRPr sz="1400" b="0" i="0" u="none" strike="noStrike" cap="none">
              <a:solidFill>
                <a:srgbClr val="000000"/>
              </a:solidFill>
              <a:latin typeface="Arial"/>
              <a:ea typeface="Arial"/>
              <a:cs typeface="Arial"/>
              <a:sym typeface="Arial"/>
            </a:endParaRPr>
          </a:p>
        </p:txBody>
      </p:sp>
      <p:sp>
        <p:nvSpPr>
          <p:cNvPr id="134" name="Google Shape;134;p7:notes"/>
          <p:cNvSpPr txBox="1"/>
          <p:nvPr/>
        </p:nvSpPr>
        <p:spPr>
          <a:xfrm>
            <a:off x="4278312" y="10156825"/>
            <a:ext cx="3279775"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strike="noStrike" cap="none">
                <a:solidFill>
                  <a:srgbClr val="000000"/>
                </a:solidFill>
                <a:latin typeface="Trebuchet MS"/>
                <a:ea typeface="Trebuchet MS"/>
                <a:cs typeface="Trebuchet MS"/>
                <a:sym typeface="Trebuchet MS"/>
              </a:rPr>
              <a:t>7</a:t>
            </a:fld>
            <a:endParaRPr sz="1400" b="0" i="0" u="none" strike="noStrike" cap="none">
              <a:solidFill>
                <a:srgbClr val="000000"/>
              </a:solidFill>
              <a:latin typeface="Arial"/>
              <a:ea typeface="Arial"/>
              <a:cs typeface="Arial"/>
              <a:sym typeface="Arial"/>
            </a:endParaRPr>
          </a:p>
        </p:txBody>
      </p:sp>
      <p:sp>
        <p:nvSpPr>
          <p:cNvPr id="135" name="Google Shape;135;p7: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136" name="Google Shape;136;p7:notes"/>
          <p:cNvSpPr txBox="1">
            <a:spLocks noGrp="1"/>
          </p:cNvSpPr>
          <p:nvPr>
            <p:ph type="body" idx="1"/>
          </p:nvPr>
        </p:nvSpPr>
        <p:spPr>
          <a:xfrm>
            <a:off x="755650" y="5078412"/>
            <a:ext cx="6048375" cy="481171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notes"/>
          <p:cNvSpPr txBox="1"/>
          <p:nvPr/>
        </p:nvSpPr>
        <p:spPr>
          <a:xfrm>
            <a:off x="4278312" y="10156825"/>
            <a:ext cx="3278187" cy="531812"/>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strike="noStrike" cap="none">
                <a:solidFill>
                  <a:srgbClr val="000000"/>
                </a:solidFill>
                <a:latin typeface="Trebuchet MS"/>
                <a:ea typeface="Trebuchet MS"/>
                <a:cs typeface="Trebuchet MS"/>
                <a:sym typeface="Trebuchet MS"/>
              </a:rPr>
              <a:t>8</a:t>
            </a:fld>
            <a:endParaRPr sz="1400" b="0" i="0" u="none" strike="noStrike" cap="none">
              <a:solidFill>
                <a:srgbClr val="000000"/>
              </a:solidFill>
              <a:latin typeface="Arial"/>
              <a:ea typeface="Arial"/>
              <a:cs typeface="Arial"/>
              <a:sym typeface="Arial"/>
            </a:endParaRPr>
          </a:p>
        </p:txBody>
      </p:sp>
      <p:sp>
        <p:nvSpPr>
          <p:cNvPr id="143" name="Google Shape;143;p8:notes"/>
          <p:cNvSpPr txBox="1"/>
          <p:nvPr/>
        </p:nvSpPr>
        <p:spPr>
          <a:xfrm>
            <a:off x="4278312" y="10156825"/>
            <a:ext cx="3279775"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strike="noStrike" cap="none">
                <a:solidFill>
                  <a:srgbClr val="000000"/>
                </a:solidFill>
                <a:latin typeface="Trebuchet MS"/>
                <a:ea typeface="Trebuchet MS"/>
                <a:cs typeface="Trebuchet MS"/>
                <a:sym typeface="Trebuchet MS"/>
              </a:rPr>
              <a:t>8</a:t>
            </a:fld>
            <a:endParaRPr sz="1400" b="0" i="0" u="none" strike="noStrike" cap="none">
              <a:solidFill>
                <a:srgbClr val="000000"/>
              </a:solidFill>
              <a:latin typeface="Arial"/>
              <a:ea typeface="Arial"/>
              <a:cs typeface="Arial"/>
              <a:sym typeface="Arial"/>
            </a:endParaRPr>
          </a:p>
        </p:txBody>
      </p:sp>
      <p:sp>
        <p:nvSpPr>
          <p:cNvPr id="144" name="Google Shape;144;p8: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145" name="Google Shape;145;p8:notes"/>
          <p:cNvSpPr txBox="1">
            <a:spLocks noGrp="1"/>
          </p:cNvSpPr>
          <p:nvPr>
            <p:ph type="body" idx="1"/>
          </p:nvPr>
        </p:nvSpPr>
        <p:spPr>
          <a:xfrm>
            <a:off x="755650" y="5078412"/>
            <a:ext cx="6048375" cy="481171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9:notes"/>
          <p:cNvSpPr txBox="1"/>
          <p:nvPr/>
        </p:nvSpPr>
        <p:spPr>
          <a:xfrm>
            <a:off x="4278312" y="10156825"/>
            <a:ext cx="3278187" cy="531812"/>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strike="noStrike" cap="none">
                <a:solidFill>
                  <a:srgbClr val="000000"/>
                </a:solidFill>
                <a:latin typeface="Trebuchet MS"/>
                <a:ea typeface="Trebuchet MS"/>
                <a:cs typeface="Trebuchet MS"/>
                <a:sym typeface="Trebuchet MS"/>
              </a:rPr>
              <a:t>9</a:t>
            </a:fld>
            <a:endParaRPr sz="1400" b="0" i="0" u="none" strike="noStrike" cap="none">
              <a:solidFill>
                <a:srgbClr val="000000"/>
              </a:solidFill>
              <a:latin typeface="Arial"/>
              <a:ea typeface="Arial"/>
              <a:cs typeface="Arial"/>
              <a:sym typeface="Arial"/>
            </a:endParaRPr>
          </a:p>
        </p:txBody>
      </p:sp>
      <p:sp>
        <p:nvSpPr>
          <p:cNvPr id="152" name="Google Shape;152;p9:notes"/>
          <p:cNvSpPr>
            <a:spLocks noGrp="1" noRot="1" noChangeAspect="1"/>
          </p:cNvSpPr>
          <p:nvPr>
            <p:ph type="sldImg" idx="2"/>
          </p:nvPr>
        </p:nvSpPr>
        <p:spPr>
          <a:xfrm>
            <a:off x="1108075" y="812800"/>
            <a:ext cx="5341938" cy="40068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153" name="Google Shape;153;p9:notes"/>
          <p:cNvSpPr txBox="1">
            <a:spLocks noGrp="1"/>
          </p:cNvSpPr>
          <p:nvPr>
            <p:ph type="body" idx="1"/>
          </p:nvPr>
        </p:nvSpPr>
        <p:spPr>
          <a:xfrm>
            <a:off x="755650" y="5078412"/>
            <a:ext cx="6046787" cy="4810125"/>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0:notes"/>
          <p:cNvSpPr txBox="1">
            <a:spLocks noGrp="1"/>
          </p:cNvSpPr>
          <p:nvPr>
            <p:ph type="body" idx="1"/>
          </p:nvPr>
        </p:nvSpPr>
        <p:spPr>
          <a:xfrm>
            <a:off x="755650" y="5078412"/>
            <a:ext cx="6045200" cy="4808537"/>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59" name="Google Shape;159;p10:notes"/>
          <p:cNvSpPr>
            <a:spLocks noGrp="1" noRot="1" noChangeAspect="1"/>
          </p:cNvSpPr>
          <p:nvPr>
            <p:ph type="sldImg" idx="2"/>
          </p:nvPr>
        </p:nvSpPr>
        <p:spPr>
          <a:xfrm>
            <a:off x="1108075" y="812800"/>
            <a:ext cx="5340350" cy="40052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1:notes"/>
          <p:cNvSpPr txBox="1"/>
          <p:nvPr/>
        </p:nvSpPr>
        <p:spPr>
          <a:xfrm>
            <a:off x="4278312" y="10156825"/>
            <a:ext cx="3278187" cy="531812"/>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strike="noStrike" cap="none">
                <a:solidFill>
                  <a:srgbClr val="000000"/>
                </a:solidFill>
                <a:latin typeface="Trebuchet MS"/>
                <a:ea typeface="Trebuchet MS"/>
                <a:cs typeface="Trebuchet MS"/>
                <a:sym typeface="Trebuchet MS"/>
              </a:rPr>
              <a:t>11</a:t>
            </a:fld>
            <a:endParaRPr sz="1400" b="0" i="0" u="none" strike="noStrike" cap="none">
              <a:solidFill>
                <a:srgbClr val="000000"/>
              </a:solidFill>
              <a:latin typeface="Arial"/>
              <a:ea typeface="Arial"/>
              <a:cs typeface="Arial"/>
              <a:sym typeface="Arial"/>
            </a:endParaRPr>
          </a:p>
        </p:txBody>
      </p:sp>
      <p:sp>
        <p:nvSpPr>
          <p:cNvPr id="164" name="Google Shape;164;p11:notes"/>
          <p:cNvSpPr txBox="1"/>
          <p:nvPr/>
        </p:nvSpPr>
        <p:spPr>
          <a:xfrm>
            <a:off x="4278312" y="10156825"/>
            <a:ext cx="3279775"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strike="noStrike" cap="none">
                <a:solidFill>
                  <a:srgbClr val="000000"/>
                </a:solidFill>
                <a:latin typeface="Trebuchet MS"/>
                <a:ea typeface="Trebuchet MS"/>
                <a:cs typeface="Trebuchet MS"/>
                <a:sym typeface="Trebuchet MS"/>
              </a:rPr>
              <a:t>11</a:t>
            </a:fld>
            <a:endParaRPr sz="1400" b="0" i="0" u="none" strike="noStrike" cap="none">
              <a:solidFill>
                <a:srgbClr val="000000"/>
              </a:solidFill>
              <a:latin typeface="Arial"/>
              <a:ea typeface="Arial"/>
              <a:cs typeface="Arial"/>
              <a:sym typeface="Arial"/>
            </a:endParaRPr>
          </a:p>
        </p:txBody>
      </p:sp>
      <p:sp>
        <p:nvSpPr>
          <p:cNvPr id="165" name="Google Shape;165;p11:notes"/>
          <p:cNvSpPr>
            <a:spLocks noGrp="1" noRot="1" noChangeAspect="1"/>
          </p:cNvSpPr>
          <p:nvPr>
            <p:ph type="sldImg" idx="2"/>
          </p:nvPr>
        </p:nvSpPr>
        <p:spPr>
          <a:xfrm>
            <a:off x="1106487" y="812800"/>
            <a:ext cx="5346700" cy="400843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166" name="Google Shape;166;p11:notes"/>
          <p:cNvSpPr txBox="1">
            <a:spLocks noGrp="1"/>
          </p:cNvSpPr>
          <p:nvPr>
            <p:ph type="body" idx="1"/>
          </p:nvPr>
        </p:nvSpPr>
        <p:spPr>
          <a:xfrm>
            <a:off x="755650" y="5078412"/>
            <a:ext cx="6048375" cy="481171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2:notes"/>
          <p:cNvSpPr txBox="1"/>
          <p:nvPr/>
        </p:nvSpPr>
        <p:spPr>
          <a:xfrm>
            <a:off x="4278312" y="10156825"/>
            <a:ext cx="3278187" cy="531812"/>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strike="noStrike" cap="none">
                <a:solidFill>
                  <a:srgbClr val="000000"/>
                </a:solidFill>
                <a:latin typeface="Trebuchet MS"/>
                <a:ea typeface="Trebuchet MS"/>
                <a:cs typeface="Trebuchet MS"/>
                <a:sym typeface="Trebuchet MS"/>
              </a:rPr>
              <a:t>12</a:t>
            </a:fld>
            <a:endParaRPr sz="1400" b="0" i="0" u="none" strike="noStrike" cap="none">
              <a:solidFill>
                <a:srgbClr val="000000"/>
              </a:solidFill>
              <a:latin typeface="Arial"/>
              <a:ea typeface="Arial"/>
              <a:cs typeface="Arial"/>
              <a:sym typeface="Arial"/>
            </a:endParaRPr>
          </a:p>
        </p:txBody>
      </p:sp>
      <p:sp>
        <p:nvSpPr>
          <p:cNvPr id="172" name="Google Shape;172;p12:notes"/>
          <p:cNvSpPr txBox="1"/>
          <p:nvPr/>
        </p:nvSpPr>
        <p:spPr>
          <a:xfrm>
            <a:off x="4278312" y="10156825"/>
            <a:ext cx="3279775"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strike="noStrike" cap="none">
                <a:solidFill>
                  <a:srgbClr val="000000"/>
                </a:solidFill>
                <a:latin typeface="Trebuchet MS"/>
                <a:ea typeface="Trebuchet MS"/>
                <a:cs typeface="Trebuchet MS"/>
                <a:sym typeface="Trebuchet MS"/>
              </a:rPr>
              <a:t>12</a:t>
            </a:fld>
            <a:endParaRPr sz="1400" b="0" i="0" u="none" strike="noStrike" cap="none">
              <a:solidFill>
                <a:srgbClr val="000000"/>
              </a:solidFill>
              <a:latin typeface="Arial"/>
              <a:ea typeface="Arial"/>
              <a:cs typeface="Arial"/>
              <a:sym typeface="Arial"/>
            </a:endParaRPr>
          </a:p>
        </p:txBody>
      </p:sp>
      <p:sp>
        <p:nvSpPr>
          <p:cNvPr id="173" name="Google Shape;173;p12:notes"/>
          <p:cNvSpPr>
            <a:spLocks noGrp="1" noRot="1" noChangeAspect="1"/>
          </p:cNvSpPr>
          <p:nvPr>
            <p:ph type="sldImg" idx="2"/>
          </p:nvPr>
        </p:nvSpPr>
        <p:spPr>
          <a:xfrm>
            <a:off x="1106487" y="812800"/>
            <a:ext cx="5346700" cy="400843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174" name="Google Shape;174;p12:notes"/>
          <p:cNvSpPr txBox="1">
            <a:spLocks noGrp="1"/>
          </p:cNvSpPr>
          <p:nvPr>
            <p:ph type="body" idx="1"/>
          </p:nvPr>
        </p:nvSpPr>
        <p:spPr>
          <a:xfrm>
            <a:off x="755650" y="5078412"/>
            <a:ext cx="6048375" cy="481171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3:notes"/>
          <p:cNvSpPr txBox="1">
            <a:spLocks noGrp="1"/>
          </p:cNvSpPr>
          <p:nvPr>
            <p:ph type="body" idx="1"/>
          </p:nvPr>
        </p:nvSpPr>
        <p:spPr>
          <a:xfrm>
            <a:off x="755650" y="5078412"/>
            <a:ext cx="6045200" cy="4808537"/>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84" name="Google Shape;184;p13:notes"/>
          <p:cNvSpPr>
            <a:spLocks noGrp="1" noRot="1" noChangeAspect="1"/>
          </p:cNvSpPr>
          <p:nvPr>
            <p:ph type="sldImg" idx="2"/>
          </p:nvPr>
        </p:nvSpPr>
        <p:spPr>
          <a:xfrm>
            <a:off x="215900" y="812800"/>
            <a:ext cx="7124700" cy="40052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4:notes"/>
          <p:cNvSpPr txBox="1"/>
          <p:nvPr/>
        </p:nvSpPr>
        <p:spPr>
          <a:xfrm>
            <a:off x="4278312" y="10156825"/>
            <a:ext cx="3278187" cy="531812"/>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strike="noStrike" cap="none">
                <a:solidFill>
                  <a:srgbClr val="000000"/>
                </a:solidFill>
                <a:latin typeface="Trebuchet MS"/>
                <a:ea typeface="Trebuchet MS"/>
                <a:cs typeface="Trebuchet MS"/>
                <a:sym typeface="Trebuchet MS"/>
              </a:rPr>
              <a:t>14</a:t>
            </a:fld>
            <a:endParaRPr sz="1400" b="0" i="0" u="none" strike="noStrike" cap="none">
              <a:solidFill>
                <a:srgbClr val="000000"/>
              </a:solidFill>
              <a:latin typeface="Arial"/>
              <a:ea typeface="Arial"/>
              <a:cs typeface="Arial"/>
              <a:sym typeface="Arial"/>
            </a:endParaRPr>
          </a:p>
        </p:txBody>
      </p:sp>
      <p:sp>
        <p:nvSpPr>
          <p:cNvPr id="192" name="Google Shape;192;p14:notes"/>
          <p:cNvSpPr txBox="1"/>
          <p:nvPr/>
        </p:nvSpPr>
        <p:spPr>
          <a:xfrm>
            <a:off x="4278312" y="10156825"/>
            <a:ext cx="3279775"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strike="noStrike" cap="none">
                <a:solidFill>
                  <a:srgbClr val="000000"/>
                </a:solidFill>
                <a:latin typeface="Trebuchet MS"/>
                <a:ea typeface="Trebuchet MS"/>
                <a:cs typeface="Trebuchet MS"/>
                <a:sym typeface="Trebuchet MS"/>
              </a:rPr>
              <a:t>14</a:t>
            </a:fld>
            <a:endParaRPr sz="1400" b="0" i="0" u="none" strike="noStrike" cap="none">
              <a:solidFill>
                <a:srgbClr val="000000"/>
              </a:solidFill>
              <a:latin typeface="Arial"/>
              <a:ea typeface="Arial"/>
              <a:cs typeface="Arial"/>
              <a:sym typeface="Arial"/>
            </a:endParaRPr>
          </a:p>
        </p:txBody>
      </p:sp>
      <p:sp>
        <p:nvSpPr>
          <p:cNvPr id="193" name="Google Shape;193;p14: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194" name="Google Shape;194;p14:notes"/>
          <p:cNvSpPr txBox="1">
            <a:spLocks noGrp="1"/>
          </p:cNvSpPr>
          <p:nvPr>
            <p:ph type="body" idx="1"/>
          </p:nvPr>
        </p:nvSpPr>
        <p:spPr>
          <a:xfrm>
            <a:off x="755650" y="5078412"/>
            <a:ext cx="6048375" cy="481171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5:notes"/>
          <p:cNvSpPr txBox="1"/>
          <p:nvPr/>
        </p:nvSpPr>
        <p:spPr>
          <a:xfrm>
            <a:off x="4278312" y="10156825"/>
            <a:ext cx="3278187" cy="531812"/>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strike="noStrike" cap="none">
                <a:solidFill>
                  <a:srgbClr val="000000"/>
                </a:solidFill>
                <a:latin typeface="Trebuchet MS"/>
                <a:ea typeface="Trebuchet MS"/>
                <a:cs typeface="Trebuchet MS"/>
                <a:sym typeface="Trebuchet MS"/>
              </a:rPr>
              <a:t>15</a:t>
            </a:fld>
            <a:endParaRPr sz="1400" b="0" i="0" u="none" strike="noStrike" cap="none">
              <a:solidFill>
                <a:srgbClr val="000000"/>
              </a:solidFill>
              <a:latin typeface="Arial"/>
              <a:ea typeface="Arial"/>
              <a:cs typeface="Arial"/>
              <a:sym typeface="Arial"/>
            </a:endParaRPr>
          </a:p>
        </p:txBody>
      </p:sp>
      <p:sp>
        <p:nvSpPr>
          <p:cNvPr id="201" name="Google Shape;201;p15:notes"/>
          <p:cNvSpPr txBox="1"/>
          <p:nvPr/>
        </p:nvSpPr>
        <p:spPr>
          <a:xfrm>
            <a:off x="4278312" y="10156825"/>
            <a:ext cx="3279775"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strike="noStrike" cap="none">
                <a:solidFill>
                  <a:srgbClr val="000000"/>
                </a:solidFill>
                <a:latin typeface="Trebuchet MS"/>
                <a:ea typeface="Trebuchet MS"/>
                <a:cs typeface="Trebuchet MS"/>
                <a:sym typeface="Trebuchet MS"/>
              </a:rPr>
              <a:t>15</a:t>
            </a:fld>
            <a:endParaRPr sz="1400" b="0" i="0" u="none" strike="noStrike" cap="none">
              <a:solidFill>
                <a:srgbClr val="000000"/>
              </a:solidFill>
              <a:latin typeface="Arial"/>
              <a:ea typeface="Arial"/>
              <a:cs typeface="Arial"/>
              <a:sym typeface="Arial"/>
            </a:endParaRPr>
          </a:p>
        </p:txBody>
      </p:sp>
      <p:sp>
        <p:nvSpPr>
          <p:cNvPr id="202" name="Google Shape;202;p15: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03" name="Google Shape;203;p15:notes"/>
          <p:cNvSpPr txBox="1">
            <a:spLocks noGrp="1"/>
          </p:cNvSpPr>
          <p:nvPr>
            <p:ph type="body" idx="1"/>
          </p:nvPr>
        </p:nvSpPr>
        <p:spPr>
          <a:xfrm>
            <a:off x="755650" y="5078412"/>
            <a:ext cx="6048375" cy="481171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6:notes"/>
          <p:cNvSpPr txBox="1"/>
          <p:nvPr/>
        </p:nvSpPr>
        <p:spPr>
          <a:xfrm>
            <a:off x="4278312" y="10156825"/>
            <a:ext cx="3278187" cy="531812"/>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strike="noStrike" cap="none">
                <a:solidFill>
                  <a:srgbClr val="000000"/>
                </a:solidFill>
                <a:latin typeface="Trebuchet MS"/>
                <a:ea typeface="Trebuchet MS"/>
                <a:cs typeface="Trebuchet MS"/>
                <a:sym typeface="Trebuchet MS"/>
              </a:rPr>
              <a:t>16</a:t>
            </a:fld>
            <a:endParaRPr sz="1400" b="0" i="0" u="none" strike="noStrike" cap="none">
              <a:solidFill>
                <a:srgbClr val="000000"/>
              </a:solidFill>
              <a:latin typeface="Arial"/>
              <a:ea typeface="Arial"/>
              <a:cs typeface="Arial"/>
              <a:sym typeface="Arial"/>
            </a:endParaRPr>
          </a:p>
        </p:txBody>
      </p:sp>
      <p:sp>
        <p:nvSpPr>
          <p:cNvPr id="210" name="Google Shape;210;p16:notes"/>
          <p:cNvSpPr txBox="1"/>
          <p:nvPr/>
        </p:nvSpPr>
        <p:spPr>
          <a:xfrm>
            <a:off x="4278312" y="10156825"/>
            <a:ext cx="3279775"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strike="noStrike" cap="none">
                <a:solidFill>
                  <a:srgbClr val="000000"/>
                </a:solidFill>
                <a:latin typeface="Trebuchet MS"/>
                <a:ea typeface="Trebuchet MS"/>
                <a:cs typeface="Trebuchet MS"/>
                <a:sym typeface="Trebuchet MS"/>
              </a:rPr>
              <a:t>16</a:t>
            </a:fld>
            <a:endParaRPr sz="1400" b="0" i="0" u="none" strike="noStrike" cap="none">
              <a:solidFill>
                <a:srgbClr val="000000"/>
              </a:solidFill>
              <a:latin typeface="Arial"/>
              <a:ea typeface="Arial"/>
              <a:cs typeface="Arial"/>
              <a:sym typeface="Arial"/>
            </a:endParaRPr>
          </a:p>
        </p:txBody>
      </p:sp>
      <p:sp>
        <p:nvSpPr>
          <p:cNvPr id="211" name="Google Shape;211;p16:notes"/>
          <p:cNvSpPr>
            <a:spLocks noGrp="1" noRot="1" noChangeAspect="1"/>
          </p:cNvSpPr>
          <p:nvPr>
            <p:ph type="sldImg" idx="2"/>
          </p:nvPr>
        </p:nvSpPr>
        <p:spPr>
          <a:xfrm>
            <a:off x="1106487" y="812800"/>
            <a:ext cx="5346700" cy="400843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12" name="Google Shape;212;p16:notes"/>
          <p:cNvSpPr txBox="1">
            <a:spLocks noGrp="1"/>
          </p:cNvSpPr>
          <p:nvPr>
            <p:ph type="body" idx="1"/>
          </p:nvPr>
        </p:nvSpPr>
        <p:spPr>
          <a:xfrm>
            <a:off x="755650" y="5078412"/>
            <a:ext cx="6048375" cy="481171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
        <p:nvSpPr>
          <p:cNvPr id="28" name="Google Shape;28;p2"/>
          <p:cNvSpPr txBox="1">
            <a:spLocks noGrp="1"/>
          </p:cNvSpPr>
          <p:nvPr>
            <p:ph type="dt" idx="10"/>
          </p:nvPr>
        </p:nvSpPr>
        <p:spPr>
          <a:xfrm>
            <a:off x="5959475" y="6659562"/>
            <a:ext cx="752475" cy="400050"/>
          </a:xfrm>
          <a:prstGeom prst="rect">
            <a:avLst/>
          </a:prstGeom>
          <a:noFill/>
          <a:ln>
            <a:noFill/>
          </a:ln>
        </p:spPr>
        <p:txBody>
          <a:bodyPr spcFirstLastPara="1" wrap="square" lIns="90000" tIns="46800" rIns="90000" bIns="468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
          <p:cNvSpPr txBox="1">
            <a:spLocks noGrp="1"/>
          </p:cNvSpPr>
          <p:nvPr>
            <p:ph type="sldNum" idx="12"/>
          </p:nvPr>
        </p:nvSpPr>
        <p:spPr>
          <a:xfrm>
            <a:off x="7104062" y="6659562"/>
            <a:ext cx="563562" cy="400050"/>
          </a:xfrm>
          <a:prstGeom prst="rect">
            <a:avLst/>
          </a:prstGeom>
          <a:noFill/>
          <a:ln>
            <a:noFill/>
          </a:ln>
        </p:spPr>
        <p:txBody>
          <a:bodyPr spcFirstLastPara="1" wrap="square" lIns="90000" tIns="46800" rIns="90000" bIns="46800" anchor="ctr" anchorCtr="0">
            <a:noAutofit/>
          </a:bodyPr>
          <a:lstStyle>
            <a:lvl1pPr marL="0" marR="0" lvl="0"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0"/>
        <p:cNvGrpSpPr/>
        <p:nvPr/>
      </p:nvGrpSpPr>
      <p:grpSpPr>
        <a:xfrm>
          <a:off x="0" y="0"/>
          <a:ext cx="0" cy="0"/>
          <a:chOff x="0" y="0"/>
          <a:chExt cx="0" cy="0"/>
        </a:xfrm>
      </p:grpSpPr>
      <p:sp>
        <p:nvSpPr>
          <p:cNvPr id="31" name="Google Shape;31;p3"/>
          <p:cNvSpPr txBox="1">
            <a:spLocks noGrp="1"/>
          </p:cNvSpPr>
          <p:nvPr>
            <p:ph type="title"/>
          </p:nvPr>
        </p:nvSpPr>
        <p:spPr>
          <a:xfrm rot="5400000">
            <a:off x="3800476" y="2790826"/>
            <a:ext cx="5986462" cy="1747837"/>
          </a:xfrm>
          <a:prstGeom prst="rect">
            <a:avLst/>
          </a:prstGeom>
          <a:noFill/>
          <a:ln>
            <a:noFill/>
          </a:ln>
        </p:spPr>
        <p:txBody>
          <a:bodyPr spcFirstLastPara="1" wrap="square" lIns="90000" tIns="46800" rIns="90000" bIns="46800" anchor="t" anchorCtr="0">
            <a:noAutofit/>
          </a:bodyPr>
          <a:lstStyle>
            <a:lvl1pPr lvl="0" algn="l">
              <a:lnSpc>
                <a:spcPct val="100000"/>
              </a:lnSpc>
              <a:spcBef>
                <a:spcPts val="13"/>
              </a:spcBef>
              <a:spcAft>
                <a:spcPts val="0"/>
              </a:spcAft>
              <a:buSzPts val="1400"/>
              <a:buNone/>
              <a:defRPr/>
            </a:lvl1pPr>
            <a:lvl2pPr lvl="1" algn="l">
              <a:lnSpc>
                <a:spcPct val="100000"/>
              </a:lnSpc>
              <a:spcBef>
                <a:spcPts val="13"/>
              </a:spcBef>
              <a:spcAft>
                <a:spcPts val="0"/>
              </a:spcAft>
              <a:buSzPts val="1400"/>
              <a:buNone/>
              <a:defRPr/>
            </a:lvl2pPr>
            <a:lvl3pPr lvl="2" algn="l">
              <a:lnSpc>
                <a:spcPct val="100000"/>
              </a:lnSpc>
              <a:spcBef>
                <a:spcPts val="13"/>
              </a:spcBef>
              <a:spcAft>
                <a:spcPts val="0"/>
              </a:spcAft>
              <a:buSzPts val="1400"/>
              <a:buNone/>
              <a:defRPr/>
            </a:lvl3pPr>
            <a:lvl4pPr lvl="3" algn="l">
              <a:lnSpc>
                <a:spcPct val="100000"/>
              </a:lnSpc>
              <a:spcBef>
                <a:spcPts val="13"/>
              </a:spcBef>
              <a:spcAft>
                <a:spcPts val="0"/>
              </a:spcAft>
              <a:buSzPts val="1400"/>
              <a:buNone/>
              <a:defRPr/>
            </a:lvl4pPr>
            <a:lvl5pPr lvl="4" algn="l">
              <a:lnSpc>
                <a:spcPct val="100000"/>
              </a:lnSpc>
              <a:spcBef>
                <a:spcPts val="13"/>
              </a:spcBef>
              <a:spcAft>
                <a:spcPts val="0"/>
              </a:spcAft>
              <a:buSzPts val="1400"/>
              <a:buNone/>
              <a:defRPr/>
            </a:lvl5pPr>
            <a:lvl6pPr lvl="5" algn="l">
              <a:lnSpc>
                <a:spcPct val="100000"/>
              </a:lnSpc>
              <a:spcBef>
                <a:spcPts val="13"/>
              </a:spcBef>
              <a:spcAft>
                <a:spcPts val="0"/>
              </a:spcAft>
              <a:buSzPts val="1400"/>
              <a:buNone/>
              <a:defRPr/>
            </a:lvl6pPr>
            <a:lvl7pPr lvl="6" algn="l">
              <a:lnSpc>
                <a:spcPct val="100000"/>
              </a:lnSpc>
              <a:spcBef>
                <a:spcPts val="13"/>
              </a:spcBef>
              <a:spcAft>
                <a:spcPts val="0"/>
              </a:spcAft>
              <a:buSzPts val="1400"/>
              <a:buNone/>
              <a:defRPr/>
            </a:lvl7pPr>
            <a:lvl8pPr lvl="7" algn="l">
              <a:lnSpc>
                <a:spcPct val="100000"/>
              </a:lnSpc>
              <a:spcBef>
                <a:spcPts val="13"/>
              </a:spcBef>
              <a:spcAft>
                <a:spcPts val="0"/>
              </a:spcAft>
              <a:buSzPts val="1400"/>
              <a:buNone/>
              <a:defRPr/>
            </a:lvl8pPr>
            <a:lvl9pPr lvl="8" algn="l">
              <a:lnSpc>
                <a:spcPct val="100000"/>
              </a:lnSpc>
              <a:spcBef>
                <a:spcPts val="13"/>
              </a:spcBef>
              <a:spcAft>
                <a:spcPts val="13"/>
              </a:spcAft>
              <a:buSzPts val="1400"/>
              <a:buNone/>
              <a:defRPr/>
            </a:lvl9pPr>
          </a:lstStyle>
          <a:p>
            <a:endParaRPr/>
          </a:p>
        </p:txBody>
      </p:sp>
      <p:sp>
        <p:nvSpPr>
          <p:cNvPr id="32" name="Google Shape;32;p3"/>
          <p:cNvSpPr txBox="1">
            <a:spLocks noGrp="1"/>
          </p:cNvSpPr>
          <p:nvPr>
            <p:ph type="body" idx="1"/>
          </p:nvPr>
        </p:nvSpPr>
        <p:spPr>
          <a:xfrm rot="5400000">
            <a:off x="226219" y="1116807"/>
            <a:ext cx="5986462" cy="5095875"/>
          </a:xfrm>
          <a:prstGeom prst="rect">
            <a:avLst/>
          </a:prstGeom>
          <a:noFill/>
          <a:ln>
            <a:noFill/>
          </a:ln>
        </p:spPr>
        <p:txBody>
          <a:bodyPr spcFirstLastPara="1" wrap="square" lIns="90000" tIns="46800" rIns="90000" bIns="46800" anchor="t" anchorCtr="0">
            <a:noAutofit/>
          </a:bodyPr>
          <a:lstStyle>
            <a:lvl1pPr marL="457200" lvl="0" indent="-228600" algn="l">
              <a:lnSpc>
                <a:spcPct val="100000"/>
              </a:lnSpc>
              <a:spcBef>
                <a:spcPts val="1113"/>
              </a:spcBef>
              <a:spcAft>
                <a:spcPts val="0"/>
              </a:spcAft>
              <a:buSzPts val="1400"/>
              <a:buNone/>
              <a:defRPr/>
            </a:lvl1pPr>
            <a:lvl2pPr marL="914400" lvl="1" indent="-228600" algn="l">
              <a:lnSpc>
                <a:spcPct val="100000"/>
              </a:lnSpc>
              <a:spcBef>
                <a:spcPts val="1113"/>
              </a:spcBef>
              <a:spcAft>
                <a:spcPts val="0"/>
              </a:spcAft>
              <a:buSzPts val="1400"/>
              <a:buNone/>
              <a:defRPr/>
            </a:lvl2pPr>
            <a:lvl3pPr marL="1371600" lvl="2" indent="-228600" algn="l">
              <a:lnSpc>
                <a:spcPct val="100000"/>
              </a:lnSpc>
              <a:spcBef>
                <a:spcPts val="1113"/>
              </a:spcBef>
              <a:spcAft>
                <a:spcPts val="0"/>
              </a:spcAft>
              <a:buSzPts val="1400"/>
              <a:buNone/>
              <a:defRPr/>
            </a:lvl3pPr>
            <a:lvl4pPr marL="1828800" lvl="3" indent="-228600" algn="l">
              <a:lnSpc>
                <a:spcPct val="100000"/>
              </a:lnSpc>
              <a:spcBef>
                <a:spcPts val="1113"/>
              </a:spcBef>
              <a:spcAft>
                <a:spcPts val="0"/>
              </a:spcAft>
              <a:buSzPts val="1400"/>
              <a:buNone/>
              <a:defRPr/>
            </a:lvl4pPr>
            <a:lvl5pPr marL="2286000" lvl="4" indent="-228600" algn="l">
              <a:lnSpc>
                <a:spcPct val="100000"/>
              </a:lnSpc>
              <a:spcBef>
                <a:spcPts val="1113"/>
              </a:spcBef>
              <a:spcAft>
                <a:spcPts val="0"/>
              </a:spcAft>
              <a:buSzPts val="14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3"/>
          <p:cNvSpPr txBox="1">
            <a:spLocks noGrp="1"/>
          </p:cNvSpPr>
          <p:nvPr>
            <p:ph type="dt" idx="10"/>
          </p:nvPr>
        </p:nvSpPr>
        <p:spPr>
          <a:xfrm>
            <a:off x="5959475" y="6659562"/>
            <a:ext cx="752475" cy="400050"/>
          </a:xfrm>
          <a:prstGeom prst="rect">
            <a:avLst/>
          </a:prstGeom>
          <a:noFill/>
          <a:ln>
            <a:noFill/>
          </a:ln>
        </p:spPr>
        <p:txBody>
          <a:bodyPr spcFirstLastPara="1" wrap="square" lIns="90000" tIns="46800" rIns="90000" bIns="468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
          <p:cNvSpPr txBox="1">
            <a:spLocks noGrp="1"/>
          </p:cNvSpPr>
          <p:nvPr>
            <p:ph type="sldNum" idx="12"/>
          </p:nvPr>
        </p:nvSpPr>
        <p:spPr>
          <a:xfrm>
            <a:off x="7104062" y="6659562"/>
            <a:ext cx="563562" cy="400050"/>
          </a:xfrm>
          <a:prstGeom prst="rect">
            <a:avLst/>
          </a:prstGeom>
          <a:noFill/>
          <a:ln>
            <a:noFill/>
          </a:ln>
        </p:spPr>
        <p:txBody>
          <a:bodyPr spcFirstLastPara="1" wrap="square" lIns="90000" tIns="46800" rIns="90000" bIns="46800" anchor="ctr" anchorCtr="0">
            <a:noAutofit/>
          </a:bodyPr>
          <a:lstStyle>
            <a:lvl1pPr marL="0" marR="0" lvl="0"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5"/>
        <p:cNvGrpSpPr/>
        <p:nvPr/>
      </p:nvGrpSpPr>
      <p:grpSpPr>
        <a:xfrm>
          <a:off x="0" y="0"/>
          <a:ext cx="0" cy="0"/>
          <a:chOff x="0" y="0"/>
          <a:chExt cx="0" cy="0"/>
        </a:xfrm>
      </p:grpSpPr>
      <p:sp>
        <p:nvSpPr>
          <p:cNvPr id="36" name="Google Shape;36;p4"/>
          <p:cNvSpPr txBox="1">
            <a:spLocks noGrp="1"/>
          </p:cNvSpPr>
          <p:nvPr>
            <p:ph type="title"/>
          </p:nvPr>
        </p:nvSpPr>
        <p:spPr>
          <a:xfrm>
            <a:off x="671512" y="671512"/>
            <a:ext cx="6996112" cy="1454150"/>
          </a:xfrm>
          <a:prstGeom prst="rect">
            <a:avLst/>
          </a:prstGeom>
          <a:noFill/>
          <a:ln>
            <a:noFill/>
          </a:ln>
        </p:spPr>
        <p:txBody>
          <a:bodyPr spcFirstLastPara="1" wrap="square" lIns="90000" tIns="46800" rIns="90000" bIns="46800" anchor="t" anchorCtr="0">
            <a:noAutofit/>
          </a:bodyPr>
          <a:lstStyle>
            <a:lvl1pPr lvl="0" algn="l">
              <a:lnSpc>
                <a:spcPct val="100000"/>
              </a:lnSpc>
              <a:spcBef>
                <a:spcPts val="13"/>
              </a:spcBef>
              <a:spcAft>
                <a:spcPts val="0"/>
              </a:spcAft>
              <a:buSzPts val="1400"/>
              <a:buNone/>
              <a:defRPr/>
            </a:lvl1pPr>
            <a:lvl2pPr lvl="1" algn="l">
              <a:lnSpc>
                <a:spcPct val="100000"/>
              </a:lnSpc>
              <a:spcBef>
                <a:spcPts val="13"/>
              </a:spcBef>
              <a:spcAft>
                <a:spcPts val="0"/>
              </a:spcAft>
              <a:buSzPts val="1400"/>
              <a:buNone/>
              <a:defRPr/>
            </a:lvl2pPr>
            <a:lvl3pPr lvl="2" algn="l">
              <a:lnSpc>
                <a:spcPct val="100000"/>
              </a:lnSpc>
              <a:spcBef>
                <a:spcPts val="13"/>
              </a:spcBef>
              <a:spcAft>
                <a:spcPts val="0"/>
              </a:spcAft>
              <a:buSzPts val="1400"/>
              <a:buNone/>
              <a:defRPr/>
            </a:lvl3pPr>
            <a:lvl4pPr lvl="3" algn="l">
              <a:lnSpc>
                <a:spcPct val="100000"/>
              </a:lnSpc>
              <a:spcBef>
                <a:spcPts val="13"/>
              </a:spcBef>
              <a:spcAft>
                <a:spcPts val="0"/>
              </a:spcAft>
              <a:buSzPts val="1400"/>
              <a:buNone/>
              <a:defRPr/>
            </a:lvl4pPr>
            <a:lvl5pPr lvl="4" algn="l">
              <a:lnSpc>
                <a:spcPct val="100000"/>
              </a:lnSpc>
              <a:spcBef>
                <a:spcPts val="13"/>
              </a:spcBef>
              <a:spcAft>
                <a:spcPts val="0"/>
              </a:spcAft>
              <a:buSzPts val="1400"/>
              <a:buNone/>
              <a:defRPr/>
            </a:lvl5pPr>
            <a:lvl6pPr lvl="5" algn="l">
              <a:lnSpc>
                <a:spcPct val="100000"/>
              </a:lnSpc>
              <a:spcBef>
                <a:spcPts val="13"/>
              </a:spcBef>
              <a:spcAft>
                <a:spcPts val="0"/>
              </a:spcAft>
              <a:buSzPts val="1400"/>
              <a:buNone/>
              <a:defRPr/>
            </a:lvl6pPr>
            <a:lvl7pPr lvl="6" algn="l">
              <a:lnSpc>
                <a:spcPct val="100000"/>
              </a:lnSpc>
              <a:spcBef>
                <a:spcPts val="13"/>
              </a:spcBef>
              <a:spcAft>
                <a:spcPts val="0"/>
              </a:spcAft>
              <a:buSzPts val="1400"/>
              <a:buNone/>
              <a:defRPr/>
            </a:lvl7pPr>
            <a:lvl8pPr lvl="7" algn="l">
              <a:lnSpc>
                <a:spcPct val="100000"/>
              </a:lnSpc>
              <a:spcBef>
                <a:spcPts val="13"/>
              </a:spcBef>
              <a:spcAft>
                <a:spcPts val="0"/>
              </a:spcAft>
              <a:buSzPts val="1400"/>
              <a:buNone/>
              <a:defRPr/>
            </a:lvl8pPr>
            <a:lvl9pPr lvl="8" algn="l">
              <a:lnSpc>
                <a:spcPct val="100000"/>
              </a:lnSpc>
              <a:spcBef>
                <a:spcPts val="13"/>
              </a:spcBef>
              <a:spcAft>
                <a:spcPts val="13"/>
              </a:spcAft>
              <a:buSzPts val="1400"/>
              <a:buNone/>
              <a:defRPr/>
            </a:lvl9pPr>
          </a:lstStyle>
          <a:p>
            <a:endParaRPr/>
          </a:p>
        </p:txBody>
      </p:sp>
      <p:sp>
        <p:nvSpPr>
          <p:cNvPr id="37" name="Google Shape;37;p4"/>
          <p:cNvSpPr txBox="1">
            <a:spLocks noGrp="1"/>
          </p:cNvSpPr>
          <p:nvPr>
            <p:ph type="body" idx="1"/>
          </p:nvPr>
        </p:nvSpPr>
        <p:spPr>
          <a:xfrm rot="5400000">
            <a:off x="2031205" y="1021557"/>
            <a:ext cx="4276725" cy="6996112"/>
          </a:xfrm>
          <a:prstGeom prst="rect">
            <a:avLst/>
          </a:prstGeom>
          <a:noFill/>
          <a:ln>
            <a:noFill/>
          </a:ln>
        </p:spPr>
        <p:txBody>
          <a:bodyPr spcFirstLastPara="1" wrap="square" lIns="90000" tIns="46800" rIns="90000" bIns="46800" anchor="t" anchorCtr="0">
            <a:noAutofit/>
          </a:bodyPr>
          <a:lstStyle>
            <a:lvl1pPr marL="457200" lvl="0" indent="-228600" algn="l">
              <a:lnSpc>
                <a:spcPct val="100000"/>
              </a:lnSpc>
              <a:spcBef>
                <a:spcPts val="1113"/>
              </a:spcBef>
              <a:spcAft>
                <a:spcPts val="0"/>
              </a:spcAft>
              <a:buSzPts val="1400"/>
              <a:buNone/>
              <a:defRPr/>
            </a:lvl1pPr>
            <a:lvl2pPr marL="914400" lvl="1" indent="-228600" algn="l">
              <a:lnSpc>
                <a:spcPct val="100000"/>
              </a:lnSpc>
              <a:spcBef>
                <a:spcPts val="1113"/>
              </a:spcBef>
              <a:spcAft>
                <a:spcPts val="0"/>
              </a:spcAft>
              <a:buSzPts val="1400"/>
              <a:buNone/>
              <a:defRPr/>
            </a:lvl2pPr>
            <a:lvl3pPr marL="1371600" lvl="2" indent="-228600" algn="l">
              <a:lnSpc>
                <a:spcPct val="100000"/>
              </a:lnSpc>
              <a:spcBef>
                <a:spcPts val="1113"/>
              </a:spcBef>
              <a:spcAft>
                <a:spcPts val="0"/>
              </a:spcAft>
              <a:buSzPts val="1400"/>
              <a:buNone/>
              <a:defRPr/>
            </a:lvl3pPr>
            <a:lvl4pPr marL="1828800" lvl="3" indent="-228600" algn="l">
              <a:lnSpc>
                <a:spcPct val="100000"/>
              </a:lnSpc>
              <a:spcBef>
                <a:spcPts val="1113"/>
              </a:spcBef>
              <a:spcAft>
                <a:spcPts val="0"/>
              </a:spcAft>
              <a:buSzPts val="1400"/>
              <a:buNone/>
              <a:defRPr/>
            </a:lvl4pPr>
            <a:lvl5pPr marL="2286000" lvl="4" indent="-228600" algn="l">
              <a:lnSpc>
                <a:spcPct val="100000"/>
              </a:lnSpc>
              <a:spcBef>
                <a:spcPts val="1113"/>
              </a:spcBef>
              <a:spcAft>
                <a:spcPts val="0"/>
              </a:spcAft>
              <a:buSzPts val="14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4"/>
          <p:cNvSpPr txBox="1">
            <a:spLocks noGrp="1"/>
          </p:cNvSpPr>
          <p:nvPr>
            <p:ph type="dt" idx="10"/>
          </p:nvPr>
        </p:nvSpPr>
        <p:spPr>
          <a:xfrm>
            <a:off x="5959475" y="6659562"/>
            <a:ext cx="752475" cy="400050"/>
          </a:xfrm>
          <a:prstGeom prst="rect">
            <a:avLst/>
          </a:prstGeom>
          <a:noFill/>
          <a:ln>
            <a:noFill/>
          </a:ln>
        </p:spPr>
        <p:txBody>
          <a:bodyPr spcFirstLastPara="1" wrap="square" lIns="90000" tIns="46800" rIns="90000" bIns="468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4"/>
          <p:cNvSpPr txBox="1">
            <a:spLocks noGrp="1"/>
          </p:cNvSpPr>
          <p:nvPr>
            <p:ph type="sldNum" idx="12"/>
          </p:nvPr>
        </p:nvSpPr>
        <p:spPr>
          <a:xfrm>
            <a:off x="7104062" y="6659562"/>
            <a:ext cx="563562" cy="400050"/>
          </a:xfrm>
          <a:prstGeom prst="rect">
            <a:avLst/>
          </a:prstGeom>
          <a:noFill/>
          <a:ln>
            <a:noFill/>
          </a:ln>
        </p:spPr>
        <p:txBody>
          <a:bodyPr spcFirstLastPara="1" wrap="square" lIns="90000" tIns="46800" rIns="90000" bIns="46800" anchor="ctr" anchorCtr="0">
            <a:noAutofit/>
          </a:bodyPr>
          <a:lstStyle>
            <a:lvl1pPr marL="0" marR="0" lvl="0"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693738" y="503238"/>
            <a:ext cx="3251200" cy="1765300"/>
          </a:xfrm>
          <a:prstGeom prst="rect">
            <a:avLst/>
          </a:prstGeom>
          <a:noFill/>
          <a:ln>
            <a:noFill/>
          </a:ln>
        </p:spPr>
        <p:txBody>
          <a:bodyPr spcFirstLastPara="1" wrap="square" lIns="90000" tIns="46800" rIns="90000" bIns="46800" anchor="b" anchorCtr="0">
            <a:noAutofit/>
          </a:bodyPr>
          <a:lstStyle>
            <a:lvl1pPr lvl="0" algn="l">
              <a:lnSpc>
                <a:spcPct val="100000"/>
              </a:lnSpc>
              <a:spcBef>
                <a:spcPts val="13"/>
              </a:spcBef>
              <a:spcAft>
                <a:spcPts val="0"/>
              </a:spcAft>
              <a:buSzPts val="1400"/>
              <a:buNone/>
              <a:defRPr sz="3200"/>
            </a:lvl1pPr>
            <a:lvl2pPr lvl="1" algn="l">
              <a:lnSpc>
                <a:spcPct val="100000"/>
              </a:lnSpc>
              <a:spcBef>
                <a:spcPts val="13"/>
              </a:spcBef>
              <a:spcAft>
                <a:spcPts val="0"/>
              </a:spcAft>
              <a:buSzPts val="1400"/>
              <a:buNone/>
              <a:defRPr/>
            </a:lvl2pPr>
            <a:lvl3pPr lvl="2" algn="l">
              <a:lnSpc>
                <a:spcPct val="100000"/>
              </a:lnSpc>
              <a:spcBef>
                <a:spcPts val="13"/>
              </a:spcBef>
              <a:spcAft>
                <a:spcPts val="0"/>
              </a:spcAft>
              <a:buSzPts val="1400"/>
              <a:buNone/>
              <a:defRPr/>
            </a:lvl3pPr>
            <a:lvl4pPr lvl="3" algn="l">
              <a:lnSpc>
                <a:spcPct val="100000"/>
              </a:lnSpc>
              <a:spcBef>
                <a:spcPts val="13"/>
              </a:spcBef>
              <a:spcAft>
                <a:spcPts val="0"/>
              </a:spcAft>
              <a:buSzPts val="1400"/>
              <a:buNone/>
              <a:defRPr/>
            </a:lvl4pPr>
            <a:lvl5pPr lvl="4" algn="l">
              <a:lnSpc>
                <a:spcPct val="100000"/>
              </a:lnSpc>
              <a:spcBef>
                <a:spcPts val="13"/>
              </a:spcBef>
              <a:spcAft>
                <a:spcPts val="0"/>
              </a:spcAft>
              <a:buSzPts val="1400"/>
              <a:buNone/>
              <a:defRPr/>
            </a:lvl5pPr>
            <a:lvl6pPr lvl="5" algn="l">
              <a:lnSpc>
                <a:spcPct val="100000"/>
              </a:lnSpc>
              <a:spcBef>
                <a:spcPts val="13"/>
              </a:spcBef>
              <a:spcAft>
                <a:spcPts val="0"/>
              </a:spcAft>
              <a:buSzPts val="1400"/>
              <a:buNone/>
              <a:defRPr/>
            </a:lvl6pPr>
            <a:lvl7pPr lvl="6" algn="l">
              <a:lnSpc>
                <a:spcPct val="100000"/>
              </a:lnSpc>
              <a:spcBef>
                <a:spcPts val="13"/>
              </a:spcBef>
              <a:spcAft>
                <a:spcPts val="0"/>
              </a:spcAft>
              <a:buSzPts val="1400"/>
              <a:buNone/>
              <a:defRPr/>
            </a:lvl7pPr>
            <a:lvl8pPr lvl="7" algn="l">
              <a:lnSpc>
                <a:spcPct val="100000"/>
              </a:lnSpc>
              <a:spcBef>
                <a:spcPts val="13"/>
              </a:spcBef>
              <a:spcAft>
                <a:spcPts val="0"/>
              </a:spcAft>
              <a:buSzPts val="1400"/>
              <a:buNone/>
              <a:defRPr/>
            </a:lvl8pPr>
            <a:lvl9pPr lvl="8" algn="l">
              <a:lnSpc>
                <a:spcPct val="100000"/>
              </a:lnSpc>
              <a:spcBef>
                <a:spcPts val="13"/>
              </a:spcBef>
              <a:spcAft>
                <a:spcPts val="13"/>
              </a:spcAft>
              <a:buSzPts val="1400"/>
              <a:buNone/>
              <a:defRPr/>
            </a:lvl9pPr>
          </a:lstStyle>
          <a:p>
            <a:endParaRPr/>
          </a:p>
        </p:txBody>
      </p:sp>
      <p:sp>
        <p:nvSpPr>
          <p:cNvPr id="42" name="Google Shape;42;p5"/>
          <p:cNvSpPr>
            <a:spLocks noGrp="1"/>
          </p:cNvSpPr>
          <p:nvPr>
            <p:ph type="pic" idx="2"/>
          </p:nvPr>
        </p:nvSpPr>
        <p:spPr>
          <a:xfrm>
            <a:off x="4286250" y="1089025"/>
            <a:ext cx="5102225" cy="5372100"/>
          </a:xfrm>
          <a:prstGeom prst="rect">
            <a:avLst/>
          </a:prstGeom>
          <a:noFill/>
          <a:ln>
            <a:noFill/>
          </a:ln>
        </p:spPr>
      </p:sp>
      <p:sp>
        <p:nvSpPr>
          <p:cNvPr id="43" name="Google Shape;43;p5"/>
          <p:cNvSpPr txBox="1">
            <a:spLocks noGrp="1"/>
          </p:cNvSpPr>
          <p:nvPr>
            <p:ph type="body" idx="1"/>
          </p:nvPr>
        </p:nvSpPr>
        <p:spPr>
          <a:xfrm>
            <a:off x="693738" y="2268538"/>
            <a:ext cx="3251200" cy="4200525"/>
          </a:xfrm>
          <a:prstGeom prst="rect">
            <a:avLst/>
          </a:prstGeom>
          <a:noFill/>
          <a:ln>
            <a:noFill/>
          </a:ln>
        </p:spPr>
        <p:txBody>
          <a:bodyPr spcFirstLastPara="1" wrap="square" lIns="90000" tIns="46800" rIns="90000" bIns="46800" anchor="t" anchorCtr="0">
            <a:noAutofit/>
          </a:bodyPr>
          <a:lstStyle>
            <a:lvl1pPr marL="457200" lvl="0" indent="-228600" algn="l">
              <a:lnSpc>
                <a:spcPct val="100000"/>
              </a:lnSpc>
              <a:spcBef>
                <a:spcPts val="1113"/>
              </a:spcBef>
              <a:spcAft>
                <a:spcPts val="0"/>
              </a:spcAft>
              <a:buSzPts val="1600"/>
              <a:buNone/>
              <a:defRPr sz="1600"/>
            </a:lvl1pPr>
            <a:lvl2pPr marL="914400" lvl="1" indent="-228600" algn="l">
              <a:lnSpc>
                <a:spcPct val="100000"/>
              </a:lnSpc>
              <a:spcBef>
                <a:spcPts val="1113"/>
              </a:spcBef>
              <a:spcAft>
                <a:spcPts val="0"/>
              </a:spcAft>
              <a:buSzPts val="1400"/>
              <a:buNone/>
              <a:defRPr sz="1400"/>
            </a:lvl2pPr>
            <a:lvl3pPr marL="1371600" lvl="2" indent="-228600" algn="l">
              <a:lnSpc>
                <a:spcPct val="100000"/>
              </a:lnSpc>
              <a:spcBef>
                <a:spcPts val="1113"/>
              </a:spcBef>
              <a:spcAft>
                <a:spcPts val="0"/>
              </a:spcAft>
              <a:buSzPts val="1200"/>
              <a:buNone/>
              <a:defRPr sz="1200"/>
            </a:lvl3pPr>
            <a:lvl4pPr marL="1828800" lvl="3" indent="-228600" algn="l">
              <a:lnSpc>
                <a:spcPct val="100000"/>
              </a:lnSpc>
              <a:spcBef>
                <a:spcPts val="1113"/>
              </a:spcBef>
              <a:spcAft>
                <a:spcPts val="0"/>
              </a:spcAft>
              <a:buSzPts val="1000"/>
              <a:buNone/>
              <a:defRPr sz="1000"/>
            </a:lvl4pPr>
            <a:lvl5pPr marL="2286000" lvl="4" indent="-228600" algn="l">
              <a:lnSpc>
                <a:spcPct val="100000"/>
              </a:lnSpc>
              <a:spcBef>
                <a:spcPts val="1113"/>
              </a:spcBef>
              <a:spcAft>
                <a:spcPts val="0"/>
              </a:spcAft>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4" name="Google Shape;44;p5"/>
          <p:cNvSpPr txBox="1">
            <a:spLocks noGrp="1"/>
          </p:cNvSpPr>
          <p:nvPr>
            <p:ph type="dt" idx="10"/>
          </p:nvPr>
        </p:nvSpPr>
        <p:spPr>
          <a:xfrm>
            <a:off x="5959475" y="6659562"/>
            <a:ext cx="752475" cy="400050"/>
          </a:xfrm>
          <a:prstGeom prst="rect">
            <a:avLst/>
          </a:prstGeom>
          <a:noFill/>
          <a:ln>
            <a:noFill/>
          </a:ln>
        </p:spPr>
        <p:txBody>
          <a:bodyPr spcFirstLastPara="1" wrap="square" lIns="90000" tIns="46800" rIns="90000" bIns="468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5"/>
          <p:cNvSpPr txBox="1">
            <a:spLocks noGrp="1"/>
          </p:cNvSpPr>
          <p:nvPr>
            <p:ph type="sldNum" idx="12"/>
          </p:nvPr>
        </p:nvSpPr>
        <p:spPr>
          <a:xfrm>
            <a:off x="7104062" y="6659562"/>
            <a:ext cx="563562" cy="400050"/>
          </a:xfrm>
          <a:prstGeom prst="rect">
            <a:avLst/>
          </a:prstGeom>
          <a:noFill/>
          <a:ln>
            <a:noFill/>
          </a:ln>
        </p:spPr>
        <p:txBody>
          <a:bodyPr spcFirstLastPara="1" wrap="square" lIns="90000" tIns="46800" rIns="90000" bIns="46800" anchor="ctr" anchorCtr="0">
            <a:noAutofit/>
          </a:bodyPr>
          <a:lstStyle>
            <a:lvl1pPr marL="0" marR="0" lvl="0"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6"/>
        <p:cNvGrpSpPr/>
        <p:nvPr/>
      </p:nvGrpSpPr>
      <p:grpSpPr>
        <a:xfrm>
          <a:off x="0" y="0"/>
          <a:ext cx="0" cy="0"/>
          <a:chOff x="0" y="0"/>
          <a:chExt cx="0" cy="0"/>
        </a:xfrm>
      </p:grpSpPr>
      <p:sp>
        <p:nvSpPr>
          <p:cNvPr id="47" name="Google Shape;47;p6"/>
          <p:cNvSpPr txBox="1">
            <a:spLocks noGrp="1"/>
          </p:cNvSpPr>
          <p:nvPr>
            <p:ph type="title"/>
          </p:nvPr>
        </p:nvSpPr>
        <p:spPr>
          <a:xfrm>
            <a:off x="693738" y="503238"/>
            <a:ext cx="3251200" cy="1765300"/>
          </a:xfrm>
          <a:prstGeom prst="rect">
            <a:avLst/>
          </a:prstGeom>
          <a:noFill/>
          <a:ln>
            <a:noFill/>
          </a:ln>
        </p:spPr>
        <p:txBody>
          <a:bodyPr spcFirstLastPara="1" wrap="square" lIns="90000" tIns="46800" rIns="90000" bIns="46800" anchor="b" anchorCtr="0">
            <a:noAutofit/>
          </a:bodyPr>
          <a:lstStyle>
            <a:lvl1pPr lvl="0" algn="l">
              <a:lnSpc>
                <a:spcPct val="100000"/>
              </a:lnSpc>
              <a:spcBef>
                <a:spcPts val="13"/>
              </a:spcBef>
              <a:spcAft>
                <a:spcPts val="0"/>
              </a:spcAft>
              <a:buSzPts val="1400"/>
              <a:buNone/>
              <a:defRPr sz="3200"/>
            </a:lvl1pPr>
            <a:lvl2pPr lvl="1" algn="l">
              <a:lnSpc>
                <a:spcPct val="100000"/>
              </a:lnSpc>
              <a:spcBef>
                <a:spcPts val="13"/>
              </a:spcBef>
              <a:spcAft>
                <a:spcPts val="0"/>
              </a:spcAft>
              <a:buSzPts val="1400"/>
              <a:buNone/>
              <a:defRPr/>
            </a:lvl2pPr>
            <a:lvl3pPr lvl="2" algn="l">
              <a:lnSpc>
                <a:spcPct val="100000"/>
              </a:lnSpc>
              <a:spcBef>
                <a:spcPts val="13"/>
              </a:spcBef>
              <a:spcAft>
                <a:spcPts val="0"/>
              </a:spcAft>
              <a:buSzPts val="1400"/>
              <a:buNone/>
              <a:defRPr/>
            </a:lvl3pPr>
            <a:lvl4pPr lvl="3" algn="l">
              <a:lnSpc>
                <a:spcPct val="100000"/>
              </a:lnSpc>
              <a:spcBef>
                <a:spcPts val="13"/>
              </a:spcBef>
              <a:spcAft>
                <a:spcPts val="0"/>
              </a:spcAft>
              <a:buSzPts val="1400"/>
              <a:buNone/>
              <a:defRPr/>
            </a:lvl4pPr>
            <a:lvl5pPr lvl="4" algn="l">
              <a:lnSpc>
                <a:spcPct val="100000"/>
              </a:lnSpc>
              <a:spcBef>
                <a:spcPts val="13"/>
              </a:spcBef>
              <a:spcAft>
                <a:spcPts val="0"/>
              </a:spcAft>
              <a:buSzPts val="1400"/>
              <a:buNone/>
              <a:defRPr/>
            </a:lvl5pPr>
            <a:lvl6pPr lvl="5" algn="l">
              <a:lnSpc>
                <a:spcPct val="100000"/>
              </a:lnSpc>
              <a:spcBef>
                <a:spcPts val="13"/>
              </a:spcBef>
              <a:spcAft>
                <a:spcPts val="0"/>
              </a:spcAft>
              <a:buSzPts val="1400"/>
              <a:buNone/>
              <a:defRPr/>
            </a:lvl6pPr>
            <a:lvl7pPr lvl="6" algn="l">
              <a:lnSpc>
                <a:spcPct val="100000"/>
              </a:lnSpc>
              <a:spcBef>
                <a:spcPts val="13"/>
              </a:spcBef>
              <a:spcAft>
                <a:spcPts val="0"/>
              </a:spcAft>
              <a:buSzPts val="1400"/>
              <a:buNone/>
              <a:defRPr/>
            </a:lvl7pPr>
            <a:lvl8pPr lvl="7" algn="l">
              <a:lnSpc>
                <a:spcPct val="100000"/>
              </a:lnSpc>
              <a:spcBef>
                <a:spcPts val="13"/>
              </a:spcBef>
              <a:spcAft>
                <a:spcPts val="0"/>
              </a:spcAft>
              <a:buSzPts val="1400"/>
              <a:buNone/>
              <a:defRPr/>
            </a:lvl8pPr>
            <a:lvl9pPr lvl="8" algn="l">
              <a:lnSpc>
                <a:spcPct val="100000"/>
              </a:lnSpc>
              <a:spcBef>
                <a:spcPts val="13"/>
              </a:spcBef>
              <a:spcAft>
                <a:spcPts val="13"/>
              </a:spcAft>
              <a:buSzPts val="1400"/>
              <a:buNone/>
              <a:defRPr/>
            </a:lvl9pPr>
          </a:lstStyle>
          <a:p>
            <a:endParaRPr/>
          </a:p>
        </p:txBody>
      </p:sp>
      <p:sp>
        <p:nvSpPr>
          <p:cNvPr id="48" name="Google Shape;48;p6"/>
          <p:cNvSpPr txBox="1">
            <a:spLocks noGrp="1"/>
          </p:cNvSpPr>
          <p:nvPr>
            <p:ph type="body" idx="1"/>
          </p:nvPr>
        </p:nvSpPr>
        <p:spPr>
          <a:xfrm>
            <a:off x="4286250" y="1089025"/>
            <a:ext cx="5102225" cy="5372100"/>
          </a:xfrm>
          <a:prstGeom prst="rect">
            <a:avLst/>
          </a:prstGeom>
          <a:noFill/>
          <a:ln>
            <a:noFill/>
          </a:ln>
        </p:spPr>
        <p:txBody>
          <a:bodyPr spcFirstLastPara="1" wrap="square" lIns="90000" tIns="46800" rIns="90000" bIns="46800" anchor="t" anchorCtr="0">
            <a:noAutofit/>
          </a:bodyPr>
          <a:lstStyle>
            <a:lvl1pPr marL="457200" lvl="0" indent="-228600" algn="l">
              <a:lnSpc>
                <a:spcPct val="100000"/>
              </a:lnSpc>
              <a:spcBef>
                <a:spcPts val="1113"/>
              </a:spcBef>
              <a:spcAft>
                <a:spcPts val="0"/>
              </a:spcAft>
              <a:buSzPts val="1400"/>
              <a:buNone/>
              <a:defRPr sz="3200"/>
            </a:lvl1pPr>
            <a:lvl2pPr marL="914400" lvl="1" indent="-228600" algn="l">
              <a:lnSpc>
                <a:spcPct val="100000"/>
              </a:lnSpc>
              <a:spcBef>
                <a:spcPts val="1113"/>
              </a:spcBef>
              <a:spcAft>
                <a:spcPts val="0"/>
              </a:spcAft>
              <a:buSzPts val="1400"/>
              <a:buNone/>
              <a:defRPr sz="2800"/>
            </a:lvl2pPr>
            <a:lvl3pPr marL="1371600" lvl="2" indent="-228600" algn="l">
              <a:lnSpc>
                <a:spcPct val="100000"/>
              </a:lnSpc>
              <a:spcBef>
                <a:spcPts val="1113"/>
              </a:spcBef>
              <a:spcAft>
                <a:spcPts val="0"/>
              </a:spcAft>
              <a:buSzPts val="1400"/>
              <a:buNone/>
              <a:defRPr sz="2400"/>
            </a:lvl3pPr>
            <a:lvl4pPr marL="1828800" lvl="3" indent="-228600" algn="l">
              <a:lnSpc>
                <a:spcPct val="100000"/>
              </a:lnSpc>
              <a:spcBef>
                <a:spcPts val="1113"/>
              </a:spcBef>
              <a:spcAft>
                <a:spcPts val="0"/>
              </a:spcAft>
              <a:buSzPts val="1400"/>
              <a:buNone/>
              <a:defRPr sz="2000"/>
            </a:lvl4pPr>
            <a:lvl5pPr marL="2286000" lvl="4" indent="-228600" algn="l">
              <a:lnSpc>
                <a:spcPct val="100000"/>
              </a:lnSpc>
              <a:spcBef>
                <a:spcPts val="1113"/>
              </a:spcBef>
              <a:spcAft>
                <a:spcPts val="0"/>
              </a:spcAft>
              <a:buSzPts val="1400"/>
              <a:buNone/>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9" name="Google Shape;49;p6"/>
          <p:cNvSpPr txBox="1">
            <a:spLocks noGrp="1"/>
          </p:cNvSpPr>
          <p:nvPr>
            <p:ph type="body" idx="2"/>
          </p:nvPr>
        </p:nvSpPr>
        <p:spPr>
          <a:xfrm>
            <a:off x="693738" y="2268538"/>
            <a:ext cx="3251200" cy="4200525"/>
          </a:xfrm>
          <a:prstGeom prst="rect">
            <a:avLst/>
          </a:prstGeom>
          <a:noFill/>
          <a:ln>
            <a:noFill/>
          </a:ln>
        </p:spPr>
        <p:txBody>
          <a:bodyPr spcFirstLastPara="1" wrap="square" lIns="90000" tIns="46800" rIns="90000" bIns="46800" anchor="t" anchorCtr="0">
            <a:noAutofit/>
          </a:bodyPr>
          <a:lstStyle>
            <a:lvl1pPr marL="457200" lvl="0" indent="-228600" algn="l">
              <a:lnSpc>
                <a:spcPct val="100000"/>
              </a:lnSpc>
              <a:spcBef>
                <a:spcPts val="1113"/>
              </a:spcBef>
              <a:spcAft>
                <a:spcPts val="0"/>
              </a:spcAft>
              <a:buSzPts val="1600"/>
              <a:buNone/>
              <a:defRPr sz="1600"/>
            </a:lvl1pPr>
            <a:lvl2pPr marL="914400" lvl="1" indent="-228600" algn="l">
              <a:lnSpc>
                <a:spcPct val="100000"/>
              </a:lnSpc>
              <a:spcBef>
                <a:spcPts val="1113"/>
              </a:spcBef>
              <a:spcAft>
                <a:spcPts val="0"/>
              </a:spcAft>
              <a:buSzPts val="1400"/>
              <a:buNone/>
              <a:defRPr sz="1400"/>
            </a:lvl2pPr>
            <a:lvl3pPr marL="1371600" lvl="2" indent="-228600" algn="l">
              <a:lnSpc>
                <a:spcPct val="100000"/>
              </a:lnSpc>
              <a:spcBef>
                <a:spcPts val="1113"/>
              </a:spcBef>
              <a:spcAft>
                <a:spcPts val="0"/>
              </a:spcAft>
              <a:buSzPts val="1200"/>
              <a:buNone/>
              <a:defRPr sz="1200"/>
            </a:lvl3pPr>
            <a:lvl4pPr marL="1828800" lvl="3" indent="-228600" algn="l">
              <a:lnSpc>
                <a:spcPct val="100000"/>
              </a:lnSpc>
              <a:spcBef>
                <a:spcPts val="1113"/>
              </a:spcBef>
              <a:spcAft>
                <a:spcPts val="0"/>
              </a:spcAft>
              <a:buSzPts val="1000"/>
              <a:buNone/>
              <a:defRPr sz="1000"/>
            </a:lvl4pPr>
            <a:lvl5pPr marL="2286000" lvl="4" indent="-228600" algn="l">
              <a:lnSpc>
                <a:spcPct val="100000"/>
              </a:lnSpc>
              <a:spcBef>
                <a:spcPts val="1113"/>
              </a:spcBef>
              <a:spcAft>
                <a:spcPts val="0"/>
              </a:spcAft>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0" name="Google Shape;50;p6"/>
          <p:cNvSpPr txBox="1">
            <a:spLocks noGrp="1"/>
          </p:cNvSpPr>
          <p:nvPr>
            <p:ph type="dt" idx="10"/>
          </p:nvPr>
        </p:nvSpPr>
        <p:spPr>
          <a:xfrm>
            <a:off x="5959475" y="6659562"/>
            <a:ext cx="752475" cy="400050"/>
          </a:xfrm>
          <a:prstGeom prst="rect">
            <a:avLst/>
          </a:prstGeom>
          <a:noFill/>
          <a:ln>
            <a:noFill/>
          </a:ln>
        </p:spPr>
        <p:txBody>
          <a:bodyPr spcFirstLastPara="1" wrap="square" lIns="90000" tIns="46800" rIns="90000" bIns="468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6"/>
          <p:cNvSpPr txBox="1">
            <a:spLocks noGrp="1"/>
          </p:cNvSpPr>
          <p:nvPr>
            <p:ph type="sldNum" idx="12"/>
          </p:nvPr>
        </p:nvSpPr>
        <p:spPr>
          <a:xfrm>
            <a:off x="7104062" y="6659562"/>
            <a:ext cx="563562" cy="400050"/>
          </a:xfrm>
          <a:prstGeom prst="rect">
            <a:avLst/>
          </a:prstGeom>
          <a:noFill/>
          <a:ln>
            <a:noFill/>
          </a:ln>
        </p:spPr>
        <p:txBody>
          <a:bodyPr spcFirstLastPara="1" wrap="square" lIns="90000" tIns="46800" rIns="90000" bIns="46800" anchor="ctr" anchorCtr="0">
            <a:noAutofit/>
          </a:bodyPr>
          <a:lstStyle>
            <a:lvl1pPr marL="0" marR="0" lvl="0"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2"/>
        <p:cNvGrpSpPr/>
        <p:nvPr/>
      </p:nvGrpSpPr>
      <p:grpSpPr>
        <a:xfrm>
          <a:off x="0" y="0"/>
          <a:ext cx="0" cy="0"/>
          <a:chOff x="0" y="0"/>
          <a:chExt cx="0" cy="0"/>
        </a:xfrm>
      </p:grpSpPr>
      <p:sp>
        <p:nvSpPr>
          <p:cNvPr id="53" name="Google Shape;53;p7"/>
          <p:cNvSpPr txBox="1">
            <a:spLocks noGrp="1"/>
          </p:cNvSpPr>
          <p:nvPr>
            <p:ph type="title"/>
          </p:nvPr>
        </p:nvSpPr>
        <p:spPr>
          <a:xfrm>
            <a:off x="671512" y="671512"/>
            <a:ext cx="6996112" cy="1454150"/>
          </a:xfrm>
          <a:prstGeom prst="rect">
            <a:avLst/>
          </a:prstGeom>
          <a:noFill/>
          <a:ln>
            <a:noFill/>
          </a:ln>
        </p:spPr>
        <p:txBody>
          <a:bodyPr spcFirstLastPara="1" wrap="square" lIns="90000" tIns="46800" rIns="90000" bIns="46800" anchor="t" anchorCtr="0">
            <a:noAutofit/>
          </a:bodyPr>
          <a:lstStyle>
            <a:lvl1pPr lvl="0" algn="l">
              <a:lnSpc>
                <a:spcPct val="100000"/>
              </a:lnSpc>
              <a:spcBef>
                <a:spcPts val="13"/>
              </a:spcBef>
              <a:spcAft>
                <a:spcPts val="0"/>
              </a:spcAft>
              <a:buSzPts val="1400"/>
              <a:buNone/>
              <a:defRPr/>
            </a:lvl1pPr>
            <a:lvl2pPr lvl="1" algn="l">
              <a:lnSpc>
                <a:spcPct val="100000"/>
              </a:lnSpc>
              <a:spcBef>
                <a:spcPts val="13"/>
              </a:spcBef>
              <a:spcAft>
                <a:spcPts val="0"/>
              </a:spcAft>
              <a:buSzPts val="1400"/>
              <a:buNone/>
              <a:defRPr/>
            </a:lvl2pPr>
            <a:lvl3pPr lvl="2" algn="l">
              <a:lnSpc>
                <a:spcPct val="100000"/>
              </a:lnSpc>
              <a:spcBef>
                <a:spcPts val="13"/>
              </a:spcBef>
              <a:spcAft>
                <a:spcPts val="0"/>
              </a:spcAft>
              <a:buSzPts val="1400"/>
              <a:buNone/>
              <a:defRPr/>
            </a:lvl3pPr>
            <a:lvl4pPr lvl="3" algn="l">
              <a:lnSpc>
                <a:spcPct val="100000"/>
              </a:lnSpc>
              <a:spcBef>
                <a:spcPts val="13"/>
              </a:spcBef>
              <a:spcAft>
                <a:spcPts val="0"/>
              </a:spcAft>
              <a:buSzPts val="1400"/>
              <a:buNone/>
              <a:defRPr/>
            </a:lvl4pPr>
            <a:lvl5pPr lvl="4" algn="l">
              <a:lnSpc>
                <a:spcPct val="100000"/>
              </a:lnSpc>
              <a:spcBef>
                <a:spcPts val="13"/>
              </a:spcBef>
              <a:spcAft>
                <a:spcPts val="0"/>
              </a:spcAft>
              <a:buSzPts val="1400"/>
              <a:buNone/>
              <a:defRPr/>
            </a:lvl5pPr>
            <a:lvl6pPr lvl="5" algn="l">
              <a:lnSpc>
                <a:spcPct val="100000"/>
              </a:lnSpc>
              <a:spcBef>
                <a:spcPts val="13"/>
              </a:spcBef>
              <a:spcAft>
                <a:spcPts val="0"/>
              </a:spcAft>
              <a:buSzPts val="1400"/>
              <a:buNone/>
              <a:defRPr/>
            </a:lvl6pPr>
            <a:lvl7pPr lvl="6" algn="l">
              <a:lnSpc>
                <a:spcPct val="100000"/>
              </a:lnSpc>
              <a:spcBef>
                <a:spcPts val="13"/>
              </a:spcBef>
              <a:spcAft>
                <a:spcPts val="0"/>
              </a:spcAft>
              <a:buSzPts val="1400"/>
              <a:buNone/>
              <a:defRPr/>
            </a:lvl7pPr>
            <a:lvl8pPr lvl="7" algn="l">
              <a:lnSpc>
                <a:spcPct val="100000"/>
              </a:lnSpc>
              <a:spcBef>
                <a:spcPts val="13"/>
              </a:spcBef>
              <a:spcAft>
                <a:spcPts val="0"/>
              </a:spcAft>
              <a:buSzPts val="1400"/>
              <a:buNone/>
              <a:defRPr/>
            </a:lvl8pPr>
            <a:lvl9pPr lvl="8" algn="l">
              <a:lnSpc>
                <a:spcPct val="100000"/>
              </a:lnSpc>
              <a:spcBef>
                <a:spcPts val="13"/>
              </a:spcBef>
              <a:spcAft>
                <a:spcPts val="13"/>
              </a:spcAft>
              <a:buSzPts val="1400"/>
              <a:buNone/>
              <a:defRPr/>
            </a:lvl9pPr>
          </a:lstStyle>
          <a:p>
            <a:endParaRPr/>
          </a:p>
        </p:txBody>
      </p:sp>
      <p:sp>
        <p:nvSpPr>
          <p:cNvPr id="54" name="Google Shape;54;p7"/>
          <p:cNvSpPr txBox="1">
            <a:spLocks noGrp="1"/>
          </p:cNvSpPr>
          <p:nvPr>
            <p:ph type="dt" idx="10"/>
          </p:nvPr>
        </p:nvSpPr>
        <p:spPr>
          <a:xfrm>
            <a:off x="5959475" y="6659562"/>
            <a:ext cx="752475" cy="400050"/>
          </a:xfrm>
          <a:prstGeom prst="rect">
            <a:avLst/>
          </a:prstGeom>
          <a:noFill/>
          <a:ln>
            <a:noFill/>
          </a:ln>
        </p:spPr>
        <p:txBody>
          <a:bodyPr spcFirstLastPara="1" wrap="square" lIns="90000" tIns="46800" rIns="90000" bIns="468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7"/>
          <p:cNvSpPr txBox="1">
            <a:spLocks noGrp="1"/>
          </p:cNvSpPr>
          <p:nvPr>
            <p:ph type="sldNum" idx="12"/>
          </p:nvPr>
        </p:nvSpPr>
        <p:spPr>
          <a:xfrm>
            <a:off x="7104062" y="6659562"/>
            <a:ext cx="563562" cy="400050"/>
          </a:xfrm>
          <a:prstGeom prst="rect">
            <a:avLst/>
          </a:prstGeom>
          <a:noFill/>
          <a:ln>
            <a:noFill/>
          </a:ln>
        </p:spPr>
        <p:txBody>
          <a:bodyPr spcFirstLastPara="1" wrap="square" lIns="90000" tIns="46800" rIns="90000" bIns="46800" anchor="ctr" anchorCtr="0">
            <a:noAutofit/>
          </a:bodyPr>
          <a:lstStyle>
            <a:lvl1pPr marL="0" marR="0" lvl="0"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6"/>
        <p:cNvGrpSpPr/>
        <p:nvPr/>
      </p:nvGrpSpPr>
      <p:grpSpPr>
        <a:xfrm>
          <a:off x="0" y="0"/>
          <a:ext cx="0" cy="0"/>
          <a:chOff x="0" y="0"/>
          <a:chExt cx="0" cy="0"/>
        </a:xfrm>
      </p:grpSpPr>
      <p:sp>
        <p:nvSpPr>
          <p:cNvPr id="57" name="Google Shape;57;p8"/>
          <p:cNvSpPr txBox="1">
            <a:spLocks noGrp="1"/>
          </p:cNvSpPr>
          <p:nvPr>
            <p:ph type="title"/>
          </p:nvPr>
        </p:nvSpPr>
        <p:spPr>
          <a:xfrm>
            <a:off x="693738" y="403225"/>
            <a:ext cx="8694737" cy="1460500"/>
          </a:xfrm>
          <a:prstGeom prst="rect">
            <a:avLst/>
          </a:prstGeom>
          <a:noFill/>
          <a:ln>
            <a:noFill/>
          </a:ln>
        </p:spPr>
        <p:txBody>
          <a:bodyPr spcFirstLastPara="1" wrap="square" lIns="90000" tIns="46800" rIns="90000" bIns="46800" anchor="t" anchorCtr="0">
            <a:noAutofit/>
          </a:bodyPr>
          <a:lstStyle>
            <a:lvl1pPr lvl="0" algn="l">
              <a:lnSpc>
                <a:spcPct val="100000"/>
              </a:lnSpc>
              <a:spcBef>
                <a:spcPts val="13"/>
              </a:spcBef>
              <a:spcAft>
                <a:spcPts val="0"/>
              </a:spcAft>
              <a:buSzPts val="1400"/>
              <a:buNone/>
              <a:defRPr/>
            </a:lvl1pPr>
            <a:lvl2pPr lvl="1" algn="l">
              <a:lnSpc>
                <a:spcPct val="100000"/>
              </a:lnSpc>
              <a:spcBef>
                <a:spcPts val="13"/>
              </a:spcBef>
              <a:spcAft>
                <a:spcPts val="0"/>
              </a:spcAft>
              <a:buSzPts val="1400"/>
              <a:buNone/>
              <a:defRPr/>
            </a:lvl2pPr>
            <a:lvl3pPr lvl="2" algn="l">
              <a:lnSpc>
                <a:spcPct val="100000"/>
              </a:lnSpc>
              <a:spcBef>
                <a:spcPts val="13"/>
              </a:spcBef>
              <a:spcAft>
                <a:spcPts val="0"/>
              </a:spcAft>
              <a:buSzPts val="1400"/>
              <a:buNone/>
              <a:defRPr/>
            </a:lvl3pPr>
            <a:lvl4pPr lvl="3" algn="l">
              <a:lnSpc>
                <a:spcPct val="100000"/>
              </a:lnSpc>
              <a:spcBef>
                <a:spcPts val="13"/>
              </a:spcBef>
              <a:spcAft>
                <a:spcPts val="0"/>
              </a:spcAft>
              <a:buSzPts val="1400"/>
              <a:buNone/>
              <a:defRPr/>
            </a:lvl4pPr>
            <a:lvl5pPr lvl="4" algn="l">
              <a:lnSpc>
                <a:spcPct val="100000"/>
              </a:lnSpc>
              <a:spcBef>
                <a:spcPts val="13"/>
              </a:spcBef>
              <a:spcAft>
                <a:spcPts val="0"/>
              </a:spcAft>
              <a:buSzPts val="1400"/>
              <a:buNone/>
              <a:defRPr/>
            </a:lvl5pPr>
            <a:lvl6pPr lvl="5" algn="l">
              <a:lnSpc>
                <a:spcPct val="100000"/>
              </a:lnSpc>
              <a:spcBef>
                <a:spcPts val="13"/>
              </a:spcBef>
              <a:spcAft>
                <a:spcPts val="0"/>
              </a:spcAft>
              <a:buSzPts val="1400"/>
              <a:buNone/>
              <a:defRPr/>
            </a:lvl6pPr>
            <a:lvl7pPr lvl="6" algn="l">
              <a:lnSpc>
                <a:spcPct val="100000"/>
              </a:lnSpc>
              <a:spcBef>
                <a:spcPts val="13"/>
              </a:spcBef>
              <a:spcAft>
                <a:spcPts val="0"/>
              </a:spcAft>
              <a:buSzPts val="1400"/>
              <a:buNone/>
              <a:defRPr/>
            </a:lvl7pPr>
            <a:lvl8pPr lvl="7" algn="l">
              <a:lnSpc>
                <a:spcPct val="100000"/>
              </a:lnSpc>
              <a:spcBef>
                <a:spcPts val="13"/>
              </a:spcBef>
              <a:spcAft>
                <a:spcPts val="0"/>
              </a:spcAft>
              <a:buSzPts val="1400"/>
              <a:buNone/>
              <a:defRPr/>
            </a:lvl8pPr>
            <a:lvl9pPr lvl="8" algn="l">
              <a:lnSpc>
                <a:spcPct val="100000"/>
              </a:lnSpc>
              <a:spcBef>
                <a:spcPts val="13"/>
              </a:spcBef>
              <a:spcAft>
                <a:spcPts val="13"/>
              </a:spcAft>
              <a:buSzPts val="1400"/>
              <a:buNone/>
              <a:defRPr/>
            </a:lvl9pPr>
          </a:lstStyle>
          <a:p>
            <a:endParaRPr/>
          </a:p>
        </p:txBody>
      </p:sp>
      <p:sp>
        <p:nvSpPr>
          <p:cNvPr id="58" name="Google Shape;58;p8"/>
          <p:cNvSpPr txBox="1">
            <a:spLocks noGrp="1"/>
          </p:cNvSpPr>
          <p:nvPr>
            <p:ph type="body" idx="1"/>
          </p:nvPr>
        </p:nvSpPr>
        <p:spPr>
          <a:xfrm>
            <a:off x="693738" y="1852613"/>
            <a:ext cx="4265612" cy="908050"/>
          </a:xfrm>
          <a:prstGeom prst="rect">
            <a:avLst/>
          </a:prstGeom>
          <a:noFill/>
          <a:ln>
            <a:noFill/>
          </a:ln>
        </p:spPr>
        <p:txBody>
          <a:bodyPr spcFirstLastPara="1" wrap="square" lIns="90000" tIns="46800" rIns="90000" bIns="46800" anchor="b" anchorCtr="0">
            <a:noAutofit/>
          </a:bodyPr>
          <a:lstStyle>
            <a:lvl1pPr marL="457200" lvl="0" indent="-228600" algn="l">
              <a:lnSpc>
                <a:spcPct val="100000"/>
              </a:lnSpc>
              <a:spcBef>
                <a:spcPts val="1113"/>
              </a:spcBef>
              <a:spcAft>
                <a:spcPts val="0"/>
              </a:spcAft>
              <a:buSzPts val="2400"/>
              <a:buNone/>
              <a:defRPr sz="2400" b="1"/>
            </a:lvl1pPr>
            <a:lvl2pPr marL="914400" lvl="1" indent="-228600" algn="l">
              <a:lnSpc>
                <a:spcPct val="100000"/>
              </a:lnSpc>
              <a:spcBef>
                <a:spcPts val="1113"/>
              </a:spcBef>
              <a:spcAft>
                <a:spcPts val="0"/>
              </a:spcAft>
              <a:buSzPts val="2000"/>
              <a:buNone/>
              <a:defRPr sz="2000" b="1"/>
            </a:lvl2pPr>
            <a:lvl3pPr marL="1371600" lvl="2" indent="-228600" algn="l">
              <a:lnSpc>
                <a:spcPct val="100000"/>
              </a:lnSpc>
              <a:spcBef>
                <a:spcPts val="1113"/>
              </a:spcBef>
              <a:spcAft>
                <a:spcPts val="0"/>
              </a:spcAft>
              <a:buSzPts val="1800"/>
              <a:buNone/>
              <a:defRPr sz="1800" b="1"/>
            </a:lvl3pPr>
            <a:lvl4pPr marL="1828800" lvl="3" indent="-228600" algn="l">
              <a:lnSpc>
                <a:spcPct val="100000"/>
              </a:lnSpc>
              <a:spcBef>
                <a:spcPts val="1113"/>
              </a:spcBef>
              <a:spcAft>
                <a:spcPts val="0"/>
              </a:spcAft>
              <a:buSzPts val="1600"/>
              <a:buNone/>
              <a:defRPr sz="1600" b="1"/>
            </a:lvl4pPr>
            <a:lvl5pPr marL="2286000" lvl="4" indent="-228600" algn="l">
              <a:lnSpc>
                <a:spcPct val="100000"/>
              </a:lnSpc>
              <a:spcBef>
                <a:spcPts val="1113"/>
              </a:spcBef>
              <a:spcAft>
                <a:spcPts val="0"/>
              </a:spcAft>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9" name="Google Shape;59;p8"/>
          <p:cNvSpPr txBox="1">
            <a:spLocks noGrp="1"/>
          </p:cNvSpPr>
          <p:nvPr>
            <p:ph type="body" idx="2"/>
          </p:nvPr>
        </p:nvSpPr>
        <p:spPr>
          <a:xfrm>
            <a:off x="693738" y="2760663"/>
            <a:ext cx="4265612" cy="4062412"/>
          </a:xfrm>
          <a:prstGeom prst="rect">
            <a:avLst/>
          </a:prstGeom>
          <a:noFill/>
          <a:ln>
            <a:noFill/>
          </a:ln>
        </p:spPr>
        <p:txBody>
          <a:bodyPr spcFirstLastPara="1" wrap="square" lIns="90000" tIns="46800" rIns="90000" bIns="46800" anchor="t" anchorCtr="0">
            <a:noAutofit/>
          </a:bodyPr>
          <a:lstStyle>
            <a:lvl1pPr marL="457200" lvl="0" indent="-228600" algn="l">
              <a:lnSpc>
                <a:spcPct val="100000"/>
              </a:lnSpc>
              <a:spcBef>
                <a:spcPts val="1113"/>
              </a:spcBef>
              <a:spcAft>
                <a:spcPts val="0"/>
              </a:spcAft>
              <a:buSzPts val="1400"/>
              <a:buNone/>
              <a:defRPr/>
            </a:lvl1pPr>
            <a:lvl2pPr marL="914400" lvl="1" indent="-228600" algn="l">
              <a:lnSpc>
                <a:spcPct val="100000"/>
              </a:lnSpc>
              <a:spcBef>
                <a:spcPts val="1113"/>
              </a:spcBef>
              <a:spcAft>
                <a:spcPts val="0"/>
              </a:spcAft>
              <a:buSzPts val="1400"/>
              <a:buNone/>
              <a:defRPr/>
            </a:lvl2pPr>
            <a:lvl3pPr marL="1371600" lvl="2" indent="-228600" algn="l">
              <a:lnSpc>
                <a:spcPct val="100000"/>
              </a:lnSpc>
              <a:spcBef>
                <a:spcPts val="1113"/>
              </a:spcBef>
              <a:spcAft>
                <a:spcPts val="0"/>
              </a:spcAft>
              <a:buSzPts val="1400"/>
              <a:buNone/>
              <a:defRPr/>
            </a:lvl3pPr>
            <a:lvl4pPr marL="1828800" lvl="3" indent="-228600" algn="l">
              <a:lnSpc>
                <a:spcPct val="100000"/>
              </a:lnSpc>
              <a:spcBef>
                <a:spcPts val="1113"/>
              </a:spcBef>
              <a:spcAft>
                <a:spcPts val="0"/>
              </a:spcAft>
              <a:buSzPts val="1400"/>
              <a:buNone/>
              <a:defRPr/>
            </a:lvl4pPr>
            <a:lvl5pPr marL="2286000" lvl="4" indent="-228600" algn="l">
              <a:lnSpc>
                <a:spcPct val="100000"/>
              </a:lnSpc>
              <a:spcBef>
                <a:spcPts val="1113"/>
              </a:spcBef>
              <a:spcAft>
                <a:spcPts val="0"/>
              </a:spcAft>
              <a:buSzPts val="14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8"/>
          <p:cNvSpPr txBox="1">
            <a:spLocks noGrp="1"/>
          </p:cNvSpPr>
          <p:nvPr>
            <p:ph type="body" idx="3"/>
          </p:nvPr>
        </p:nvSpPr>
        <p:spPr>
          <a:xfrm>
            <a:off x="5103813" y="1852613"/>
            <a:ext cx="4284662" cy="908050"/>
          </a:xfrm>
          <a:prstGeom prst="rect">
            <a:avLst/>
          </a:prstGeom>
          <a:noFill/>
          <a:ln>
            <a:noFill/>
          </a:ln>
        </p:spPr>
        <p:txBody>
          <a:bodyPr spcFirstLastPara="1" wrap="square" lIns="90000" tIns="46800" rIns="90000" bIns="46800" anchor="b" anchorCtr="0">
            <a:noAutofit/>
          </a:bodyPr>
          <a:lstStyle>
            <a:lvl1pPr marL="457200" lvl="0" indent="-228600" algn="l">
              <a:lnSpc>
                <a:spcPct val="100000"/>
              </a:lnSpc>
              <a:spcBef>
                <a:spcPts val="1113"/>
              </a:spcBef>
              <a:spcAft>
                <a:spcPts val="0"/>
              </a:spcAft>
              <a:buSzPts val="2400"/>
              <a:buNone/>
              <a:defRPr sz="2400" b="1"/>
            </a:lvl1pPr>
            <a:lvl2pPr marL="914400" lvl="1" indent="-228600" algn="l">
              <a:lnSpc>
                <a:spcPct val="100000"/>
              </a:lnSpc>
              <a:spcBef>
                <a:spcPts val="1113"/>
              </a:spcBef>
              <a:spcAft>
                <a:spcPts val="0"/>
              </a:spcAft>
              <a:buSzPts val="2000"/>
              <a:buNone/>
              <a:defRPr sz="2000" b="1"/>
            </a:lvl2pPr>
            <a:lvl3pPr marL="1371600" lvl="2" indent="-228600" algn="l">
              <a:lnSpc>
                <a:spcPct val="100000"/>
              </a:lnSpc>
              <a:spcBef>
                <a:spcPts val="1113"/>
              </a:spcBef>
              <a:spcAft>
                <a:spcPts val="0"/>
              </a:spcAft>
              <a:buSzPts val="1800"/>
              <a:buNone/>
              <a:defRPr sz="1800" b="1"/>
            </a:lvl3pPr>
            <a:lvl4pPr marL="1828800" lvl="3" indent="-228600" algn="l">
              <a:lnSpc>
                <a:spcPct val="100000"/>
              </a:lnSpc>
              <a:spcBef>
                <a:spcPts val="1113"/>
              </a:spcBef>
              <a:spcAft>
                <a:spcPts val="0"/>
              </a:spcAft>
              <a:buSzPts val="1600"/>
              <a:buNone/>
              <a:defRPr sz="1600" b="1"/>
            </a:lvl4pPr>
            <a:lvl5pPr marL="2286000" lvl="4" indent="-228600" algn="l">
              <a:lnSpc>
                <a:spcPct val="100000"/>
              </a:lnSpc>
              <a:spcBef>
                <a:spcPts val="1113"/>
              </a:spcBef>
              <a:spcAft>
                <a:spcPts val="0"/>
              </a:spcAft>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1" name="Google Shape;61;p8"/>
          <p:cNvSpPr txBox="1">
            <a:spLocks noGrp="1"/>
          </p:cNvSpPr>
          <p:nvPr>
            <p:ph type="body" idx="4"/>
          </p:nvPr>
        </p:nvSpPr>
        <p:spPr>
          <a:xfrm>
            <a:off x="5103813" y="2760663"/>
            <a:ext cx="4284662" cy="4062412"/>
          </a:xfrm>
          <a:prstGeom prst="rect">
            <a:avLst/>
          </a:prstGeom>
          <a:noFill/>
          <a:ln>
            <a:noFill/>
          </a:ln>
        </p:spPr>
        <p:txBody>
          <a:bodyPr spcFirstLastPara="1" wrap="square" lIns="90000" tIns="46800" rIns="90000" bIns="46800" anchor="t" anchorCtr="0">
            <a:noAutofit/>
          </a:bodyPr>
          <a:lstStyle>
            <a:lvl1pPr marL="457200" lvl="0" indent="-228600" algn="l">
              <a:lnSpc>
                <a:spcPct val="100000"/>
              </a:lnSpc>
              <a:spcBef>
                <a:spcPts val="1113"/>
              </a:spcBef>
              <a:spcAft>
                <a:spcPts val="0"/>
              </a:spcAft>
              <a:buSzPts val="1400"/>
              <a:buNone/>
              <a:defRPr/>
            </a:lvl1pPr>
            <a:lvl2pPr marL="914400" lvl="1" indent="-228600" algn="l">
              <a:lnSpc>
                <a:spcPct val="100000"/>
              </a:lnSpc>
              <a:spcBef>
                <a:spcPts val="1113"/>
              </a:spcBef>
              <a:spcAft>
                <a:spcPts val="0"/>
              </a:spcAft>
              <a:buSzPts val="1400"/>
              <a:buNone/>
              <a:defRPr/>
            </a:lvl2pPr>
            <a:lvl3pPr marL="1371600" lvl="2" indent="-228600" algn="l">
              <a:lnSpc>
                <a:spcPct val="100000"/>
              </a:lnSpc>
              <a:spcBef>
                <a:spcPts val="1113"/>
              </a:spcBef>
              <a:spcAft>
                <a:spcPts val="0"/>
              </a:spcAft>
              <a:buSzPts val="1400"/>
              <a:buNone/>
              <a:defRPr/>
            </a:lvl3pPr>
            <a:lvl4pPr marL="1828800" lvl="3" indent="-228600" algn="l">
              <a:lnSpc>
                <a:spcPct val="100000"/>
              </a:lnSpc>
              <a:spcBef>
                <a:spcPts val="1113"/>
              </a:spcBef>
              <a:spcAft>
                <a:spcPts val="0"/>
              </a:spcAft>
              <a:buSzPts val="1400"/>
              <a:buNone/>
              <a:defRPr/>
            </a:lvl4pPr>
            <a:lvl5pPr marL="2286000" lvl="4" indent="-228600" algn="l">
              <a:lnSpc>
                <a:spcPct val="100000"/>
              </a:lnSpc>
              <a:spcBef>
                <a:spcPts val="1113"/>
              </a:spcBef>
              <a:spcAft>
                <a:spcPts val="0"/>
              </a:spcAft>
              <a:buSzPts val="14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8"/>
          <p:cNvSpPr txBox="1">
            <a:spLocks noGrp="1"/>
          </p:cNvSpPr>
          <p:nvPr>
            <p:ph type="dt" idx="10"/>
          </p:nvPr>
        </p:nvSpPr>
        <p:spPr>
          <a:xfrm>
            <a:off x="5959475" y="6659562"/>
            <a:ext cx="752475" cy="400050"/>
          </a:xfrm>
          <a:prstGeom prst="rect">
            <a:avLst/>
          </a:prstGeom>
          <a:noFill/>
          <a:ln>
            <a:noFill/>
          </a:ln>
        </p:spPr>
        <p:txBody>
          <a:bodyPr spcFirstLastPara="1" wrap="square" lIns="90000" tIns="46800" rIns="90000" bIns="468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8"/>
          <p:cNvSpPr txBox="1">
            <a:spLocks noGrp="1"/>
          </p:cNvSpPr>
          <p:nvPr>
            <p:ph type="sldNum" idx="12"/>
          </p:nvPr>
        </p:nvSpPr>
        <p:spPr>
          <a:xfrm>
            <a:off x="7104062" y="6659562"/>
            <a:ext cx="563562" cy="400050"/>
          </a:xfrm>
          <a:prstGeom prst="rect">
            <a:avLst/>
          </a:prstGeom>
          <a:noFill/>
          <a:ln>
            <a:noFill/>
          </a:ln>
        </p:spPr>
        <p:txBody>
          <a:bodyPr spcFirstLastPara="1" wrap="square" lIns="90000" tIns="46800" rIns="90000" bIns="46800" anchor="ctr" anchorCtr="0">
            <a:noAutofit/>
          </a:bodyPr>
          <a:lstStyle>
            <a:lvl1pPr marL="0" marR="0" lvl="0"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4"/>
        <p:cNvGrpSpPr/>
        <p:nvPr/>
      </p:nvGrpSpPr>
      <p:grpSpPr>
        <a:xfrm>
          <a:off x="0" y="0"/>
          <a:ext cx="0" cy="0"/>
          <a:chOff x="0" y="0"/>
          <a:chExt cx="0" cy="0"/>
        </a:xfrm>
      </p:grpSpPr>
      <p:sp>
        <p:nvSpPr>
          <p:cNvPr id="65" name="Google Shape;65;p9"/>
          <p:cNvSpPr txBox="1">
            <a:spLocks noGrp="1"/>
          </p:cNvSpPr>
          <p:nvPr>
            <p:ph type="title"/>
          </p:nvPr>
        </p:nvSpPr>
        <p:spPr>
          <a:xfrm>
            <a:off x="671512" y="671512"/>
            <a:ext cx="6996112" cy="1454150"/>
          </a:xfrm>
          <a:prstGeom prst="rect">
            <a:avLst/>
          </a:prstGeom>
          <a:noFill/>
          <a:ln>
            <a:noFill/>
          </a:ln>
        </p:spPr>
        <p:txBody>
          <a:bodyPr spcFirstLastPara="1" wrap="square" lIns="90000" tIns="46800" rIns="90000" bIns="46800" anchor="t" anchorCtr="0">
            <a:noAutofit/>
          </a:bodyPr>
          <a:lstStyle>
            <a:lvl1pPr lvl="0" algn="l">
              <a:lnSpc>
                <a:spcPct val="100000"/>
              </a:lnSpc>
              <a:spcBef>
                <a:spcPts val="13"/>
              </a:spcBef>
              <a:spcAft>
                <a:spcPts val="0"/>
              </a:spcAft>
              <a:buSzPts val="1400"/>
              <a:buNone/>
              <a:defRPr/>
            </a:lvl1pPr>
            <a:lvl2pPr lvl="1" algn="l">
              <a:lnSpc>
                <a:spcPct val="100000"/>
              </a:lnSpc>
              <a:spcBef>
                <a:spcPts val="13"/>
              </a:spcBef>
              <a:spcAft>
                <a:spcPts val="0"/>
              </a:spcAft>
              <a:buSzPts val="1400"/>
              <a:buNone/>
              <a:defRPr/>
            </a:lvl2pPr>
            <a:lvl3pPr lvl="2" algn="l">
              <a:lnSpc>
                <a:spcPct val="100000"/>
              </a:lnSpc>
              <a:spcBef>
                <a:spcPts val="13"/>
              </a:spcBef>
              <a:spcAft>
                <a:spcPts val="0"/>
              </a:spcAft>
              <a:buSzPts val="1400"/>
              <a:buNone/>
              <a:defRPr/>
            </a:lvl3pPr>
            <a:lvl4pPr lvl="3" algn="l">
              <a:lnSpc>
                <a:spcPct val="100000"/>
              </a:lnSpc>
              <a:spcBef>
                <a:spcPts val="13"/>
              </a:spcBef>
              <a:spcAft>
                <a:spcPts val="0"/>
              </a:spcAft>
              <a:buSzPts val="1400"/>
              <a:buNone/>
              <a:defRPr/>
            </a:lvl4pPr>
            <a:lvl5pPr lvl="4" algn="l">
              <a:lnSpc>
                <a:spcPct val="100000"/>
              </a:lnSpc>
              <a:spcBef>
                <a:spcPts val="13"/>
              </a:spcBef>
              <a:spcAft>
                <a:spcPts val="0"/>
              </a:spcAft>
              <a:buSzPts val="1400"/>
              <a:buNone/>
              <a:defRPr/>
            </a:lvl5pPr>
            <a:lvl6pPr lvl="5" algn="l">
              <a:lnSpc>
                <a:spcPct val="100000"/>
              </a:lnSpc>
              <a:spcBef>
                <a:spcPts val="13"/>
              </a:spcBef>
              <a:spcAft>
                <a:spcPts val="0"/>
              </a:spcAft>
              <a:buSzPts val="1400"/>
              <a:buNone/>
              <a:defRPr/>
            </a:lvl6pPr>
            <a:lvl7pPr lvl="6" algn="l">
              <a:lnSpc>
                <a:spcPct val="100000"/>
              </a:lnSpc>
              <a:spcBef>
                <a:spcPts val="13"/>
              </a:spcBef>
              <a:spcAft>
                <a:spcPts val="0"/>
              </a:spcAft>
              <a:buSzPts val="1400"/>
              <a:buNone/>
              <a:defRPr/>
            </a:lvl7pPr>
            <a:lvl8pPr lvl="7" algn="l">
              <a:lnSpc>
                <a:spcPct val="100000"/>
              </a:lnSpc>
              <a:spcBef>
                <a:spcPts val="13"/>
              </a:spcBef>
              <a:spcAft>
                <a:spcPts val="0"/>
              </a:spcAft>
              <a:buSzPts val="1400"/>
              <a:buNone/>
              <a:defRPr/>
            </a:lvl8pPr>
            <a:lvl9pPr lvl="8" algn="l">
              <a:lnSpc>
                <a:spcPct val="100000"/>
              </a:lnSpc>
              <a:spcBef>
                <a:spcPts val="13"/>
              </a:spcBef>
              <a:spcAft>
                <a:spcPts val="13"/>
              </a:spcAft>
              <a:buSzPts val="1400"/>
              <a:buNone/>
              <a:defRPr/>
            </a:lvl9pPr>
          </a:lstStyle>
          <a:p>
            <a:endParaRPr/>
          </a:p>
        </p:txBody>
      </p:sp>
      <p:sp>
        <p:nvSpPr>
          <p:cNvPr id="66" name="Google Shape;66;p9"/>
          <p:cNvSpPr txBox="1">
            <a:spLocks noGrp="1"/>
          </p:cNvSpPr>
          <p:nvPr>
            <p:ph type="body" idx="1"/>
          </p:nvPr>
        </p:nvSpPr>
        <p:spPr>
          <a:xfrm>
            <a:off x="671513" y="2381250"/>
            <a:ext cx="3421062" cy="4276725"/>
          </a:xfrm>
          <a:prstGeom prst="rect">
            <a:avLst/>
          </a:prstGeom>
          <a:noFill/>
          <a:ln>
            <a:noFill/>
          </a:ln>
        </p:spPr>
        <p:txBody>
          <a:bodyPr spcFirstLastPara="1" wrap="square" lIns="90000" tIns="46800" rIns="90000" bIns="46800" anchor="t" anchorCtr="0">
            <a:noAutofit/>
          </a:bodyPr>
          <a:lstStyle>
            <a:lvl1pPr marL="457200" lvl="0" indent="-228600" algn="l">
              <a:lnSpc>
                <a:spcPct val="100000"/>
              </a:lnSpc>
              <a:spcBef>
                <a:spcPts val="1113"/>
              </a:spcBef>
              <a:spcAft>
                <a:spcPts val="0"/>
              </a:spcAft>
              <a:buSzPts val="1400"/>
              <a:buNone/>
              <a:defRPr/>
            </a:lvl1pPr>
            <a:lvl2pPr marL="914400" lvl="1" indent="-228600" algn="l">
              <a:lnSpc>
                <a:spcPct val="100000"/>
              </a:lnSpc>
              <a:spcBef>
                <a:spcPts val="1113"/>
              </a:spcBef>
              <a:spcAft>
                <a:spcPts val="0"/>
              </a:spcAft>
              <a:buSzPts val="1400"/>
              <a:buNone/>
              <a:defRPr/>
            </a:lvl2pPr>
            <a:lvl3pPr marL="1371600" lvl="2" indent="-228600" algn="l">
              <a:lnSpc>
                <a:spcPct val="100000"/>
              </a:lnSpc>
              <a:spcBef>
                <a:spcPts val="1113"/>
              </a:spcBef>
              <a:spcAft>
                <a:spcPts val="0"/>
              </a:spcAft>
              <a:buSzPts val="1400"/>
              <a:buNone/>
              <a:defRPr/>
            </a:lvl3pPr>
            <a:lvl4pPr marL="1828800" lvl="3" indent="-228600" algn="l">
              <a:lnSpc>
                <a:spcPct val="100000"/>
              </a:lnSpc>
              <a:spcBef>
                <a:spcPts val="1113"/>
              </a:spcBef>
              <a:spcAft>
                <a:spcPts val="0"/>
              </a:spcAft>
              <a:buSzPts val="1400"/>
              <a:buNone/>
              <a:defRPr/>
            </a:lvl4pPr>
            <a:lvl5pPr marL="2286000" lvl="4" indent="-228600" algn="l">
              <a:lnSpc>
                <a:spcPct val="100000"/>
              </a:lnSpc>
              <a:spcBef>
                <a:spcPts val="1113"/>
              </a:spcBef>
              <a:spcAft>
                <a:spcPts val="0"/>
              </a:spcAft>
              <a:buSzPts val="14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9"/>
          <p:cNvSpPr txBox="1">
            <a:spLocks noGrp="1"/>
          </p:cNvSpPr>
          <p:nvPr>
            <p:ph type="body" idx="2"/>
          </p:nvPr>
        </p:nvSpPr>
        <p:spPr>
          <a:xfrm>
            <a:off x="4244975" y="2381250"/>
            <a:ext cx="3422650" cy="4276725"/>
          </a:xfrm>
          <a:prstGeom prst="rect">
            <a:avLst/>
          </a:prstGeom>
          <a:noFill/>
          <a:ln>
            <a:noFill/>
          </a:ln>
        </p:spPr>
        <p:txBody>
          <a:bodyPr spcFirstLastPara="1" wrap="square" lIns="90000" tIns="46800" rIns="90000" bIns="46800" anchor="t" anchorCtr="0">
            <a:noAutofit/>
          </a:bodyPr>
          <a:lstStyle>
            <a:lvl1pPr marL="457200" lvl="0" indent="-228600" algn="l">
              <a:lnSpc>
                <a:spcPct val="100000"/>
              </a:lnSpc>
              <a:spcBef>
                <a:spcPts val="1113"/>
              </a:spcBef>
              <a:spcAft>
                <a:spcPts val="0"/>
              </a:spcAft>
              <a:buSzPts val="1400"/>
              <a:buNone/>
              <a:defRPr/>
            </a:lvl1pPr>
            <a:lvl2pPr marL="914400" lvl="1" indent="-228600" algn="l">
              <a:lnSpc>
                <a:spcPct val="100000"/>
              </a:lnSpc>
              <a:spcBef>
                <a:spcPts val="1113"/>
              </a:spcBef>
              <a:spcAft>
                <a:spcPts val="0"/>
              </a:spcAft>
              <a:buSzPts val="1400"/>
              <a:buNone/>
              <a:defRPr/>
            </a:lvl2pPr>
            <a:lvl3pPr marL="1371600" lvl="2" indent="-228600" algn="l">
              <a:lnSpc>
                <a:spcPct val="100000"/>
              </a:lnSpc>
              <a:spcBef>
                <a:spcPts val="1113"/>
              </a:spcBef>
              <a:spcAft>
                <a:spcPts val="0"/>
              </a:spcAft>
              <a:buSzPts val="1400"/>
              <a:buNone/>
              <a:defRPr/>
            </a:lvl3pPr>
            <a:lvl4pPr marL="1828800" lvl="3" indent="-228600" algn="l">
              <a:lnSpc>
                <a:spcPct val="100000"/>
              </a:lnSpc>
              <a:spcBef>
                <a:spcPts val="1113"/>
              </a:spcBef>
              <a:spcAft>
                <a:spcPts val="0"/>
              </a:spcAft>
              <a:buSzPts val="1400"/>
              <a:buNone/>
              <a:defRPr/>
            </a:lvl4pPr>
            <a:lvl5pPr marL="2286000" lvl="4" indent="-228600" algn="l">
              <a:lnSpc>
                <a:spcPct val="100000"/>
              </a:lnSpc>
              <a:spcBef>
                <a:spcPts val="1113"/>
              </a:spcBef>
              <a:spcAft>
                <a:spcPts val="0"/>
              </a:spcAft>
              <a:buSzPts val="14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9"/>
          <p:cNvSpPr txBox="1">
            <a:spLocks noGrp="1"/>
          </p:cNvSpPr>
          <p:nvPr>
            <p:ph type="dt" idx="10"/>
          </p:nvPr>
        </p:nvSpPr>
        <p:spPr>
          <a:xfrm>
            <a:off x="5959475" y="6659562"/>
            <a:ext cx="752475" cy="400050"/>
          </a:xfrm>
          <a:prstGeom prst="rect">
            <a:avLst/>
          </a:prstGeom>
          <a:noFill/>
          <a:ln>
            <a:noFill/>
          </a:ln>
        </p:spPr>
        <p:txBody>
          <a:bodyPr spcFirstLastPara="1" wrap="square" lIns="90000" tIns="46800" rIns="90000" bIns="468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9"/>
          <p:cNvSpPr txBox="1">
            <a:spLocks noGrp="1"/>
          </p:cNvSpPr>
          <p:nvPr>
            <p:ph type="sldNum" idx="12"/>
          </p:nvPr>
        </p:nvSpPr>
        <p:spPr>
          <a:xfrm>
            <a:off x="7104062" y="6659562"/>
            <a:ext cx="563562" cy="400050"/>
          </a:xfrm>
          <a:prstGeom prst="rect">
            <a:avLst/>
          </a:prstGeom>
          <a:noFill/>
          <a:ln>
            <a:noFill/>
          </a:ln>
        </p:spPr>
        <p:txBody>
          <a:bodyPr spcFirstLastPara="1" wrap="square" lIns="90000" tIns="46800" rIns="90000" bIns="46800" anchor="ctr" anchorCtr="0">
            <a:noAutofit/>
          </a:bodyPr>
          <a:lstStyle>
            <a:lvl1pPr marL="0" marR="0" lvl="0"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0"/>
        <p:cNvGrpSpPr/>
        <p:nvPr/>
      </p:nvGrpSpPr>
      <p:grpSpPr>
        <a:xfrm>
          <a:off x="0" y="0"/>
          <a:ext cx="0" cy="0"/>
          <a:chOff x="0" y="0"/>
          <a:chExt cx="0" cy="0"/>
        </a:xfrm>
      </p:grpSpPr>
      <p:sp>
        <p:nvSpPr>
          <p:cNvPr id="71" name="Google Shape;71;p10"/>
          <p:cNvSpPr txBox="1">
            <a:spLocks noGrp="1"/>
          </p:cNvSpPr>
          <p:nvPr>
            <p:ph type="title"/>
          </p:nvPr>
        </p:nvSpPr>
        <p:spPr>
          <a:xfrm>
            <a:off x="687388" y="1884363"/>
            <a:ext cx="8694737" cy="3144837"/>
          </a:xfrm>
          <a:prstGeom prst="rect">
            <a:avLst/>
          </a:prstGeom>
          <a:noFill/>
          <a:ln>
            <a:noFill/>
          </a:ln>
        </p:spPr>
        <p:txBody>
          <a:bodyPr spcFirstLastPara="1" wrap="square" lIns="90000" tIns="46800" rIns="90000" bIns="46800" anchor="b" anchorCtr="0">
            <a:noAutofit/>
          </a:bodyPr>
          <a:lstStyle>
            <a:lvl1pPr lvl="0" algn="l">
              <a:lnSpc>
                <a:spcPct val="100000"/>
              </a:lnSpc>
              <a:spcBef>
                <a:spcPts val="13"/>
              </a:spcBef>
              <a:spcAft>
                <a:spcPts val="0"/>
              </a:spcAft>
              <a:buSzPts val="1400"/>
              <a:buNone/>
              <a:defRPr sz="6000"/>
            </a:lvl1pPr>
            <a:lvl2pPr lvl="1" algn="l">
              <a:lnSpc>
                <a:spcPct val="100000"/>
              </a:lnSpc>
              <a:spcBef>
                <a:spcPts val="13"/>
              </a:spcBef>
              <a:spcAft>
                <a:spcPts val="0"/>
              </a:spcAft>
              <a:buSzPts val="1400"/>
              <a:buNone/>
              <a:defRPr/>
            </a:lvl2pPr>
            <a:lvl3pPr lvl="2" algn="l">
              <a:lnSpc>
                <a:spcPct val="100000"/>
              </a:lnSpc>
              <a:spcBef>
                <a:spcPts val="13"/>
              </a:spcBef>
              <a:spcAft>
                <a:spcPts val="0"/>
              </a:spcAft>
              <a:buSzPts val="1400"/>
              <a:buNone/>
              <a:defRPr/>
            </a:lvl3pPr>
            <a:lvl4pPr lvl="3" algn="l">
              <a:lnSpc>
                <a:spcPct val="100000"/>
              </a:lnSpc>
              <a:spcBef>
                <a:spcPts val="13"/>
              </a:spcBef>
              <a:spcAft>
                <a:spcPts val="0"/>
              </a:spcAft>
              <a:buSzPts val="1400"/>
              <a:buNone/>
              <a:defRPr/>
            </a:lvl4pPr>
            <a:lvl5pPr lvl="4" algn="l">
              <a:lnSpc>
                <a:spcPct val="100000"/>
              </a:lnSpc>
              <a:spcBef>
                <a:spcPts val="13"/>
              </a:spcBef>
              <a:spcAft>
                <a:spcPts val="0"/>
              </a:spcAft>
              <a:buSzPts val="1400"/>
              <a:buNone/>
              <a:defRPr/>
            </a:lvl5pPr>
            <a:lvl6pPr lvl="5" algn="l">
              <a:lnSpc>
                <a:spcPct val="100000"/>
              </a:lnSpc>
              <a:spcBef>
                <a:spcPts val="13"/>
              </a:spcBef>
              <a:spcAft>
                <a:spcPts val="0"/>
              </a:spcAft>
              <a:buSzPts val="1400"/>
              <a:buNone/>
              <a:defRPr/>
            </a:lvl6pPr>
            <a:lvl7pPr lvl="6" algn="l">
              <a:lnSpc>
                <a:spcPct val="100000"/>
              </a:lnSpc>
              <a:spcBef>
                <a:spcPts val="13"/>
              </a:spcBef>
              <a:spcAft>
                <a:spcPts val="0"/>
              </a:spcAft>
              <a:buSzPts val="1400"/>
              <a:buNone/>
              <a:defRPr/>
            </a:lvl7pPr>
            <a:lvl8pPr lvl="7" algn="l">
              <a:lnSpc>
                <a:spcPct val="100000"/>
              </a:lnSpc>
              <a:spcBef>
                <a:spcPts val="13"/>
              </a:spcBef>
              <a:spcAft>
                <a:spcPts val="0"/>
              </a:spcAft>
              <a:buSzPts val="1400"/>
              <a:buNone/>
              <a:defRPr/>
            </a:lvl8pPr>
            <a:lvl9pPr lvl="8" algn="l">
              <a:lnSpc>
                <a:spcPct val="100000"/>
              </a:lnSpc>
              <a:spcBef>
                <a:spcPts val="13"/>
              </a:spcBef>
              <a:spcAft>
                <a:spcPts val="13"/>
              </a:spcAft>
              <a:buSzPts val="1400"/>
              <a:buNone/>
              <a:defRPr/>
            </a:lvl9pPr>
          </a:lstStyle>
          <a:p>
            <a:endParaRPr/>
          </a:p>
        </p:txBody>
      </p:sp>
      <p:sp>
        <p:nvSpPr>
          <p:cNvPr id="72" name="Google Shape;72;p10"/>
          <p:cNvSpPr txBox="1">
            <a:spLocks noGrp="1"/>
          </p:cNvSpPr>
          <p:nvPr>
            <p:ph type="body" idx="1"/>
          </p:nvPr>
        </p:nvSpPr>
        <p:spPr>
          <a:xfrm>
            <a:off x="687388" y="5059363"/>
            <a:ext cx="8694737" cy="1652587"/>
          </a:xfrm>
          <a:prstGeom prst="rect">
            <a:avLst/>
          </a:prstGeom>
          <a:noFill/>
          <a:ln>
            <a:noFill/>
          </a:ln>
        </p:spPr>
        <p:txBody>
          <a:bodyPr spcFirstLastPara="1" wrap="square" lIns="90000" tIns="46800" rIns="90000" bIns="46800" anchor="t" anchorCtr="0">
            <a:noAutofit/>
          </a:bodyPr>
          <a:lstStyle>
            <a:lvl1pPr marL="457200" lvl="0" indent="-228600" algn="l">
              <a:lnSpc>
                <a:spcPct val="100000"/>
              </a:lnSpc>
              <a:spcBef>
                <a:spcPts val="1113"/>
              </a:spcBef>
              <a:spcAft>
                <a:spcPts val="0"/>
              </a:spcAft>
              <a:buSzPts val="2400"/>
              <a:buNone/>
              <a:defRPr sz="2400"/>
            </a:lvl1pPr>
            <a:lvl2pPr marL="914400" lvl="1" indent="-228600" algn="l">
              <a:lnSpc>
                <a:spcPct val="100000"/>
              </a:lnSpc>
              <a:spcBef>
                <a:spcPts val="1113"/>
              </a:spcBef>
              <a:spcAft>
                <a:spcPts val="0"/>
              </a:spcAft>
              <a:buSzPts val="2000"/>
              <a:buNone/>
              <a:defRPr sz="2000"/>
            </a:lvl2pPr>
            <a:lvl3pPr marL="1371600" lvl="2" indent="-228600" algn="l">
              <a:lnSpc>
                <a:spcPct val="100000"/>
              </a:lnSpc>
              <a:spcBef>
                <a:spcPts val="1113"/>
              </a:spcBef>
              <a:spcAft>
                <a:spcPts val="0"/>
              </a:spcAft>
              <a:buSzPts val="1800"/>
              <a:buNone/>
              <a:defRPr sz="1800"/>
            </a:lvl3pPr>
            <a:lvl4pPr marL="1828800" lvl="3" indent="-228600" algn="l">
              <a:lnSpc>
                <a:spcPct val="100000"/>
              </a:lnSpc>
              <a:spcBef>
                <a:spcPts val="1113"/>
              </a:spcBef>
              <a:spcAft>
                <a:spcPts val="0"/>
              </a:spcAft>
              <a:buSzPts val="1600"/>
              <a:buNone/>
              <a:defRPr sz="1600"/>
            </a:lvl4pPr>
            <a:lvl5pPr marL="2286000" lvl="4" indent="-228600" algn="l">
              <a:lnSpc>
                <a:spcPct val="100000"/>
              </a:lnSpc>
              <a:spcBef>
                <a:spcPts val="1113"/>
              </a:spcBef>
              <a:spcAft>
                <a:spcPts val="0"/>
              </a:spcAft>
              <a:buSzPts val="1600"/>
              <a:buNone/>
              <a:defRPr sz="1600"/>
            </a:lvl5pPr>
            <a:lvl6pPr marL="2743200" lvl="5" indent="-228600" algn="l">
              <a:lnSpc>
                <a:spcPct val="90000"/>
              </a:lnSpc>
              <a:spcBef>
                <a:spcPts val="500"/>
              </a:spcBef>
              <a:spcAft>
                <a:spcPts val="0"/>
              </a:spcAft>
              <a:buClr>
                <a:schemeClr val="dk1"/>
              </a:buClr>
              <a:buSzPts val="1600"/>
              <a:buNone/>
              <a:defRPr sz="1600"/>
            </a:lvl6pPr>
            <a:lvl7pPr marL="3200400" lvl="6" indent="-228600" algn="l">
              <a:lnSpc>
                <a:spcPct val="90000"/>
              </a:lnSpc>
              <a:spcBef>
                <a:spcPts val="500"/>
              </a:spcBef>
              <a:spcAft>
                <a:spcPts val="0"/>
              </a:spcAft>
              <a:buClr>
                <a:schemeClr val="dk1"/>
              </a:buClr>
              <a:buSzPts val="1600"/>
              <a:buNone/>
              <a:defRPr sz="1600"/>
            </a:lvl7pPr>
            <a:lvl8pPr marL="3657600" lvl="7" indent="-228600" algn="l">
              <a:lnSpc>
                <a:spcPct val="90000"/>
              </a:lnSpc>
              <a:spcBef>
                <a:spcPts val="500"/>
              </a:spcBef>
              <a:spcAft>
                <a:spcPts val="0"/>
              </a:spcAft>
              <a:buClr>
                <a:schemeClr val="dk1"/>
              </a:buClr>
              <a:buSzPts val="1600"/>
              <a:buNone/>
              <a:defRPr sz="1600"/>
            </a:lvl8pPr>
            <a:lvl9pPr marL="4114800" lvl="8" indent="-228600" algn="l">
              <a:lnSpc>
                <a:spcPct val="90000"/>
              </a:lnSpc>
              <a:spcBef>
                <a:spcPts val="500"/>
              </a:spcBef>
              <a:spcAft>
                <a:spcPts val="0"/>
              </a:spcAft>
              <a:buClr>
                <a:schemeClr val="dk1"/>
              </a:buClr>
              <a:buSzPts val="1600"/>
              <a:buNone/>
              <a:defRPr sz="1600"/>
            </a:lvl9pPr>
          </a:lstStyle>
          <a:p>
            <a:endParaRPr/>
          </a:p>
        </p:txBody>
      </p:sp>
      <p:sp>
        <p:nvSpPr>
          <p:cNvPr id="73" name="Google Shape;73;p10"/>
          <p:cNvSpPr txBox="1">
            <a:spLocks noGrp="1"/>
          </p:cNvSpPr>
          <p:nvPr>
            <p:ph type="dt" idx="10"/>
          </p:nvPr>
        </p:nvSpPr>
        <p:spPr>
          <a:xfrm>
            <a:off x="5959475" y="6659562"/>
            <a:ext cx="752475" cy="400050"/>
          </a:xfrm>
          <a:prstGeom prst="rect">
            <a:avLst/>
          </a:prstGeom>
          <a:noFill/>
          <a:ln>
            <a:noFill/>
          </a:ln>
        </p:spPr>
        <p:txBody>
          <a:bodyPr spcFirstLastPara="1" wrap="square" lIns="90000" tIns="46800" rIns="90000" bIns="468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0"/>
          <p:cNvSpPr txBox="1">
            <a:spLocks noGrp="1"/>
          </p:cNvSpPr>
          <p:nvPr>
            <p:ph type="sldNum" idx="12"/>
          </p:nvPr>
        </p:nvSpPr>
        <p:spPr>
          <a:xfrm>
            <a:off x="7104062" y="6659562"/>
            <a:ext cx="563562" cy="400050"/>
          </a:xfrm>
          <a:prstGeom prst="rect">
            <a:avLst/>
          </a:prstGeom>
          <a:noFill/>
          <a:ln>
            <a:noFill/>
          </a:ln>
        </p:spPr>
        <p:txBody>
          <a:bodyPr spcFirstLastPara="1" wrap="square" lIns="90000" tIns="46800" rIns="90000" bIns="46800" anchor="ctr" anchorCtr="0">
            <a:noAutofit/>
          </a:bodyPr>
          <a:lstStyle>
            <a:lvl1pPr marL="0" marR="0" lvl="0"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5"/>
        <p:cNvGrpSpPr/>
        <p:nvPr/>
      </p:nvGrpSpPr>
      <p:grpSpPr>
        <a:xfrm>
          <a:off x="0" y="0"/>
          <a:ext cx="0" cy="0"/>
          <a:chOff x="0" y="0"/>
          <a:chExt cx="0" cy="0"/>
        </a:xfrm>
      </p:grpSpPr>
      <p:sp>
        <p:nvSpPr>
          <p:cNvPr id="76" name="Google Shape;76;p11"/>
          <p:cNvSpPr txBox="1">
            <a:spLocks noGrp="1"/>
          </p:cNvSpPr>
          <p:nvPr>
            <p:ph type="title"/>
          </p:nvPr>
        </p:nvSpPr>
        <p:spPr>
          <a:xfrm>
            <a:off x="671512" y="671512"/>
            <a:ext cx="6996112" cy="1454150"/>
          </a:xfrm>
          <a:prstGeom prst="rect">
            <a:avLst/>
          </a:prstGeom>
          <a:noFill/>
          <a:ln>
            <a:noFill/>
          </a:ln>
        </p:spPr>
        <p:txBody>
          <a:bodyPr spcFirstLastPara="1" wrap="square" lIns="90000" tIns="46800" rIns="90000" bIns="46800" anchor="t" anchorCtr="0">
            <a:noAutofit/>
          </a:bodyPr>
          <a:lstStyle>
            <a:lvl1pPr lvl="0" algn="l">
              <a:lnSpc>
                <a:spcPct val="100000"/>
              </a:lnSpc>
              <a:spcBef>
                <a:spcPts val="13"/>
              </a:spcBef>
              <a:spcAft>
                <a:spcPts val="0"/>
              </a:spcAft>
              <a:buSzPts val="1400"/>
              <a:buNone/>
              <a:defRPr/>
            </a:lvl1pPr>
            <a:lvl2pPr lvl="1" algn="l">
              <a:lnSpc>
                <a:spcPct val="100000"/>
              </a:lnSpc>
              <a:spcBef>
                <a:spcPts val="13"/>
              </a:spcBef>
              <a:spcAft>
                <a:spcPts val="0"/>
              </a:spcAft>
              <a:buSzPts val="1400"/>
              <a:buNone/>
              <a:defRPr/>
            </a:lvl2pPr>
            <a:lvl3pPr lvl="2" algn="l">
              <a:lnSpc>
                <a:spcPct val="100000"/>
              </a:lnSpc>
              <a:spcBef>
                <a:spcPts val="13"/>
              </a:spcBef>
              <a:spcAft>
                <a:spcPts val="0"/>
              </a:spcAft>
              <a:buSzPts val="1400"/>
              <a:buNone/>
              <a:defRPr/>
            </a:lvl3pPr>
            <a:lvl4pPr lvl="3" algn="l">
              <a:lnSpc>
                <a:spcPct val="100000"/>
              </a:lnSpc>
              <a:spcBef>
                <a:spcPts val="13"/>
              </a:spcBef>
              <a:spcAft>
                <a:spcPts val="0"/>
              </a:spcAft>
              <a:buSzPts val="1400"/>
              <a:buNone/>
              <a:defRPr/>
            </a:lvl4pPr>
            <a:lvl5pPr lvl="4" algn="l">
              <a:lnSpc>
                <a:spcPct val="100000"/>
              </a:lnSpc>
              <a:spcBef>
                <a:spcPts val="13"/>
              </a:spcBef>
              <a:spcAft>
                <a:spcPts val="0"/>
              </a:spcAft>
              <a:buSzPts val="1400"/>
              <a:buNone/>
              <a:defRPr/>
            </a:lvl5pPr>
            <a:lvl6pPr lvl="5" algn="l">
              <a:lnSpc>
                <a:spcPct val="100000"/>
              </a:lnSpc>
              <a:spcBef>
                <a:spcPts val="13"/>
              </a:spcBef>
              <a:spcAft>
                <a:spcPts val="0"/>
              </a:spcAft>
              <a:buSzPts val="1400"/>
              <a:buNone/>
              <a:defRPr/>
            </a:lvl6pPr>
            <a:lvl7pPr lvl="6" algn="l">
              <a:lnSpc>
                <a:spcPct val="100000"/>
              </a:lnSpc>
              <a:spcBef>
                <a:spcPts val="13"/>
              </a:spcBef>
              <a:spcAft>
                <a:spcPts val="0"/>
              </a:spcAft>
              <a:buSzPts val="1400"/>
              <a:buNone/>
              <a:defRPr/>
            </a:lvl7pPr>
            <a:lvl8pPr lvl="7" algn="l">
              <a:lnSpc>
                <a:spcPct val="100000"/>
              </a:lnSpc>
              <a:spcBef>
                <a:spcPts val="13"/>
              </a:spcBef>
              <a:spcAft>
                <a:spcPts val="0"/>
              </a:spcAft>
              <a:buSzPts val="1400"/>
              <a:buNone/>
              <a:defRPr/>
            </a:lvl8pPr>
            <a:lvl9pPr lvl="8" algn="l">
              <a:lnSpc>
                <a:spcPct val="100000"/>
              </a:lnSpc>
              <a:spcBef>
                <a:spcPts val="13"/>
              </a:spcBef>
              <a:spcAft>
                <a:spcPts val="13"/>
              </a:spcAft>
              <a:buSzPts val="1400"/>
              <a:buNone/>
              <a:defRPr/>
            </a:lvl9pPr>
          </a:lstStyle>
          <a:p>
            <a:endParaRPr/>
          </a:p>
        </p:txBody>
      </p:sp>
      <p:sp>
        <p:nvSpPr>
          <p:cNvPr id="77" name="Google Shape;77;p11"/>
          <p:cNvSpPr txBox="1">
            <a:spLocks noGrp="1"/>
          </p:cNvSpPr>
          <p:nvPr>
            <p:ph type="body" idx="1"/>
          </p:nvPr>
        </p:nvSpPr>
        <p:spPr>
          <a:xfrm>
            <a:off x="671512" y="2381250"/>
            <a:ext cx="6996112" cy="4276725"/>
          </a:xfrm>
          <a:prstGeom prst="rect">
            <a:avLst/>
          </a:prstGeom>
          <a:noFill/>
          <a:ln>
            <a:noFill/>
          </a:ln>
        </p:spPr>
        <p:txBody>
          <a:bodyPr spcFirstLastPara="1" wrap="square" lIns="90000" tIns="46800" rIns="90000" bIns="46800" anchor="t" anchorCtr="0">
            <a:noAutofit/>
          </a:bodyPr>
          <a:lstStyle>
            <a:lvl1pPr marL="457200" lvl="0" indent="-228600" algn="l">
              <a:lnSpc>
                <a:spcPct val="100000"/>
              </a:lnSpc>
              <a:spcBef>
                <a:spcPts val="1113"/>
              </a:spcBef>
              <a:spcAft>
                <a:spcPts val="0"/>
              </a:spcAft>
              <a:buSzPts val="1400"/>
              <a:buNone/>
              <a:defRPr/>
            </a:lvl1pPr>
            <a:lvl2pPr marL="914400" lvl="1" indent="-228600" algn="l">
              <a:lnSpc>
                <a:spcPct val="100000"/>
              </a:lnSpc>
              <a:spcBef>
                <a:spcPts val="1113"/>
              </a:spcBef>
              <a:spcAft>
                <a:spcPts val="0"/>
              </a:spcAft>
              <a:buSzPts val="1400"/>
              <a:buNone/>
              <a:defRPr/>
            </a:lvl2pPr>
            <a:lvl3pPr marL="1371600" lvl="2" indent="-228600" algn="l">
              <a:lnSpc>
                <a:spcPct val="100000"/>
              </a:lnSpc>
              <a:spcBef>
                <a:spcPts val="1113"/>
              </a:spcBef>
              <a:spcAft>
                <a:spcPts val="0"/>
              </a:spcAft>
              <a:buSzPts val="1400"/>
              <a:buNone/>
              <a:defRPr/>
            </a:lvl3pPr>
            <a:lvl4pPr marL="1828800" lvl="3" indent="-228600" algn="l">
              <a:lnSpc>
                <a:spcPct val="100000"/>
              </a:lnSpc>
              <a:spcBef>
                <a:spcPts val="1113"/>
              </a:spcBef>
              <a:spcAft>
                <a:spcPts val="0"/>
              </a:spcAft>
              <a:buSzPts val="1400"/>
              <a:buNone/>
              <a:defRPr/>
            </a:lvl4pPr>
            <a:lvl5pPr marL="2286000" lvl="4" indent="-228600" algn="l">
              <a:lnSpc>
                <a:spcPct val="100000"/>
              </a:lnSpc>
              <a:spcBef>
                <a:spcPts val="1113"/>
              </a:spcBef>
              <a:spcAft>
                <a:spcPts val="0"/>
              </a:spcAft>
              <a:buSzPts val="14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11"/>
          <p:cNvSpPr txBox="1">
            <a:spLocks noGrp="1"/>
          </p:cNvSpPr>
          <p:nvPr>
            <p:ph type="dt" idx="10"/>
          </p:nvPr>
        </p:nvSpPr>
        <p:spPr>
          <a:xfrm>
            <a:off x="5959475" y="6659562"/>
            <a:ext cx="752475" cy="400050"/>
          </a:xfrm>
          <a:prstGeom prst="rect">
            <a:avLst/>
          </a:prstGeom>
          <a:noFill/>
          <a:ln>
            <a:noFill/>
          </a:ln>
        </p:spPr>
        <p:txBody>
          <a:bodyPr spcFirstLastPara="1" wrap="square" lIns="90000" tIns="46800" rIns="90000" bIns="468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1"/>
          <p:cNvSpPr txBox="1">
            <a:spLocks noGrp="1"/>
          </p:cNvSpPr>
          <p:nvPr>
            <p:ph type="sldNum" idx="12"/>
          </p:nvPr>
        </p:nvSpPr>
        <p:spPr>
          <a:xfrm>
            <a:off x="7104062" y="6659562"/>
            <a:ext cx="563562" cy="400050"/>
          </a:xfrm>
          <a:prstGeom prst="rect">
            <a:avLst/>
          </a:prstGeom>
          <a:noFill/>
          <a:ln>
            <a:noFill/>
          </a:ln>
        </p:spPr>
        <p:txBody>
          <a:bodyPr spcFirstLastPara="1" wrap="square" lIns="90000" tIns="46800" rIns="90000" bIns="46800" anchor="ctr" anchorCtr="0">
            <a:noAutofit/>
          </a:bodyPr>
          <a:lstStyle>
            <a:lvl1pPr marL="0" marR="0" lvl="0"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0"/>
        <p:cNvGrpSpPr/>
        <p:nvPr/>
      </p:nvGrpSpPr>
      <p:grpSpPr>
        <a:xfrm>
          <a:off x="0" y="0"/>
          <a:ext cx="0" cy="0"/>
          <a:chOff x="0" y="0"/>
          <a:chExt cx="0" cy="0"/>
        </a:xfrm>
      </p:grpSpPr>
      <p:sp>
        <p:nvSpPr>
          <p:cNvPr id="81" name="Google Shape;81;p12"/>
          <p:cNvSpPr txBox="1">
            <a:spLocks noGrp="1"/>
          </p:cNvSpPr>
          <p:nvPr>
            <p:ph type="ctrTitle"/>
          </p:nvPr>
        </p:nvSpPr>
        <p:spPr>
          <a:xfrm>
            <a:off x="1260475" y="1236663"/>
            <a:ext cx="7559675" cy="2632075"/>
          </a:xfrm>
          <a:prstGeom prst="rect">
            <a:avLst/>
          </a:prstGeom>
          <a:noFill/>
          <a:ln>
            <a:noFill/>
          </a:ln>
        </p:spPr>
        <p:txBody>
          <a:bodyPr spcFirstLastPara="1" wrap="square" lIns="90000" tIns="46800" rIns="90000" bIns="46800" anchor="b" anchorCtr="0">
            <a:noAutofit/>
          </a:bodyPr>
          <a:lstStyle>
            <a:lvl1pPr lvl="0" algn="ctr">
              <a:lnSpc>
                <a:spcPct val="100000"/>
              </a:lnSpc>
              <a:spcBef>
                <a:spcPts val="13"/>
              </a:spcBef>
              <a:spcAft>
                <a:spcPts val="0"/>
              </a:spcAft>
              <a:buSzPts val="1400"/>
              <a:buNone/>
              <a:defRPr sz="6000"/>
            </a:lvl1pPr>
            <a:lvl2pPr lvl="1" algn="l">
              <a:lnSpc>
                <a:spcPct val="100000"/>
              </a:lnSpc>
              <a:spcBef>
                <a:spcPts val="13"/>
              </a:spcBef>
              <a:spcAft>
                <a:spcPts val="0"/>
              </a:spcAft>
              <a:buSzPts val="1400"/>
              <a:buNone/>
              <a:defRPr/>
            </a:lvl2pPr>
            <a:lvl3pPr lvl="2" algn="l">
              <a:lnSpc>
                <a:spcPct val="100000"/>
              </a:lnSpc>
              <a:spcBef>
                <a:spcPts val="13"/>
              </a:spcBef>
              <a:spcAft>
                <a:spcPts val="0"/>
              </a:spcAft>
              <a:buSzPts val="1400"/>
              <a:buNone/>
              <a:defRPr/>
            </a:lvl3pPr>
            <a:lvl4pPr lvl="3" algn="l">
              <a:lnSpc>
                <a:spcPct val="100000"/>
              </a:lnSpc>
              <a:spcBef>
                <a:spcPts val="13"/>
              </a:spcBef>
              <a:spcAft>
                <a:spcPts val="0"/>
              </a:spcAft>
              <a:buSzPts val="1400"/>
              <a:buNone/>
              <a:defRPr/>
            </a:lvl4pPr>
            <a:lvl5pPr lvl="4" algn="l">
              <a:lnSpc>
                <a:spcPct val="100000"/>
              </a:lnSpc>
              <a:spcBef>
                <a:spcPts val="13"/>
              </a:spcBef>
              <a:spcAft>
                <a:spcPts val="0"/>
              </a:spcAft>
              <a:buSzPts val="1400"/>
              <a:buNone/>
              <a:defRPr/>
            </a:lvl5pPr>
            <a:lvl6pPr lvl="5" algn="l">
              <a:lnSpc>
                <a:spcPct val="100000"/>
              </a:lnSpc>
              <a:spcBef>
                <a:spcPts val="13"/>
              </a:spcBef>
              <a:spcAft>
                <a:spcPts val="0"/>
              </a:spcAft>
              <a:buSzPts val="1400"/>
              <a:buNone/>
              <a:defRPr/>
            </a:lvl6pPr>
            <a:lvl7pPr lvl="6" algn="l">
              <a:lnSpc>
                <a:spcPct val="100000"/>
              </a:lnSpc>
              <a:spcBef>
                <a:spcPts val="13"/>
              </a:spcBef>
              <a:spcAft>
                <a:spcPts val="0"/>
              </a:spcAft>
              <a:buSzPts val="1400"/>
              <a:buNone/>
              <a:defRPr/>
            </a:lvl7pPr>
            <a:lvl8pPr lvl="7" algn="l">
              <a:lnSpc>
                <a:spcPct val="100000"/>
              </a:lnSpc>
              <a:spcBef>
                <a:spcPts val="13"/>
              </a:spcBef>
              <a:spcAft>
                <a:spcPts val="0"/>
              </a:spcAft>
              <a:buSzPts val="1400"/>
              <a:buNone/>
              <a:defRPr/>
            </a:lvl8pPr>
            <a:lvl9pPr lvl="8" algn="l">
              <a:lnSpc>
                <a:spcPct val="100000"/>
              </a:lnSpc>
              <a:spcBef>
                <a:spcPts val="13"/>
              </a:spcBef>
              <a:spcAft>
                <a:spcPts val="13"/>
              </a:spcAft>
              <a:buSzPts val="1400"/>
              <a:buNone/>
              <a:defRPr/>
            </a:lvl9pPr>
          </a:lstStyle>
          <a:p>
            <a:endParaRPr/>
          </a:p>
        </p:txBody>
      </p:sp>
      <p:sp>
        <p:nvSpPr>
          <p:cNvPr id="82" name="Google Shape;82;p12"/>
          <p:cNvSpPr txBox="1">
            <a:spLocks noGrp="1"/>
          </p:cNvSpPr>
          <p:nvPr>
            <p:ph type="subTitle" idx="1"/>
          </p:nvPr>
        </p:nvSpPr>
        <p:spPr>
          <a:xfrm>
            <a:off x="1260475" y="3970338"/>
            <a:ext cx="7559675" cy="1825625"/>
          </a:xfrm>
          <a:prstGeom prst="rect">
            <a:avLst/>
          </a:prstGeom>
          <a:noFill/>
          <a:ln>
            <a:noFill/>
          </a:ln>
        </p:spPr>
        <p:txBody>
          <a:bodyPr spcFirstLastPara="1" wrap="square" lIns="90000" tIns="46800" rIns="90000" bIns="46800" anchor="t" anchorCtr="0">
            <a:noAutofit/>
          </a:bodyPr>
          <a:lstStyle>
            <a:lvl1pPr lvl="0" algn="ctr">
              <a:lnSpc>
                <a:spcPct val="100000"/>
              </a:lnSpc>
              <a:spcBef>
                <a:spcPts val="1113"/>
              </a:spcBef>
              <a:spcAft>
                <a:spcPts val="0"/>
              </a:spcAft>
              <a:buSzPts val="2400"/>
              <a:buNone/>
              <a:defRPr sz="2400"/>
            </a:lvl1pPr>
            <a:lvl2pPr lvl="1" algn="ctr">
              <a:lnSpc>
                <a:spcPct val="100000"/>
              </a:lnSpc>
              <a:spcBef>
                <a:spcPts val="1113"/>
              </a:spcBef>
              <a:spcAft>
                <a:spcPts val="0"/>
              </a:spcAft>
              <a:buSzPts val="2000"/>
              <a:buNone/>
              <a:defRPr sz="2000"/>
            </a:lvl2pPr>
            <a:lvl3pPr lvl="2" algn="ctr">
              <a:lnSpc>
                <a:spcPct val="100000"/>
              </a:lnSpc>
              <a:spcBef>
                <a:spcPts val="1113"/>
              </a:spcBef>
              <a:spcAft>
                <a:spcPts val="0"/>
              </a:spcAft>
              <a:buSzPts val="1800"/>
              <a:buNone/>
              <a:defRPr sz="1800"/>
            </a:lvl3pPr>
            <a:lvl4pPr lvl="3" algn="ctr">
              <a:lnSpc>
                <a:spcPct val="100000"/>
              </a:lnSpc>
              <a:spcBef>
                <a:spcPts val="1113"/>
              </a:spcBef>
              <a:spcAft>
                <a:spcPts val="0"/>
              </a:spcAft>
              <a:buSzPts val="1600"/>
              <a:buNone/>
              <a:defRPr sz="1600"/>
            </a:lvl4pPr>
            <a:lvl5pPr lvl="4" algn="ctr">
              <a:lnSpc>
                <a:spcPct val="100000"/>
              </a:lnSpc>
              <a:spcBef>
                <a:spcPts val="1113"/>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3" name="Google Shape;83;p12"/>
          <p:cNvSpPr txBox="1">
            <a:spLocks noGrp="1"/>
          </p:cNvSpPr>
          <p:nvPr>
            <p:ph type="dt" idx="10"/>
          </p:nvPr>
        </p:nvSpPr>
        <p:spPr>
          <a:xfrm>
            <a:off x="5959475" y="6659562"/>
            <a:ext cx="752475" cy="400050"/>
          </a:xfrm>
          <a:prstGeom prst="rect">
            <a:avLst/>
          </a:prstGeom>
          <a:noFill/>
          <a:ln>
            <a:noFill/>
          </a:ln>
        </p:spPr>
        <p:txBody>
          <a:bodyPr spcFirstLastPara="1" wrap="square" lIns="90000" tIns="46800" rIns="90000" bIns="468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2"/>
          <p:cNvSpPr txBox="1">
            <a:spLocks noGrp="1"/>
          </p:cNvSpPr>
          <p:nvPr>
            <p:ph type="sldNum" idx="12"/>
          </p:nvPr>
        </p:nvSpPr>
        <p:spPr>
          <a:xfrm>
            <a:off x="7104062" y="6659562"/>
            <a:ext cx="563562" cy="400050"/>
          </a:xfrm>
          <a:prstGeom prst="rect">
            <a:avLst/>
          </a:prstGeom>
          <a:noFill/>
          <a:ln>
            <a:noFill/>
          </a:ln>
        </p:spPr>
        <p:txBody>
          <a:bodyPr spcFirstLastPara="1" wrap="square" lIns="90000" tIns="46800" rIns="90000" bIns="46800" anchor="ctr" anchorCtr="0">
            <a:noAutofit/>
          </a:bodyPr>
          <a:lstStyle>
            <a:lvl1pPr marL="0" marR="0" lvl="0"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
        <p:cNvGrpSpPr/>
        <p:nvPr/>
      </p:nvGrpSpPr>
      <p:grpSpPr>
        <a:xfrm>
          <a:off x="0" y="0"/>
          <a:ext cx="0" cy="0"/>
          <a:chOff x="0" y="0"/>
          <a:chExt cx="0" cy="0"/>
        </a:xfrm>
      </p:grpSpPr>
      <p:grpSp>
        <p:nvGrpSpPr>
          <p:cNvPr id="11" name="Google Shape;11;p1"/>
          <p:cNvGrpSpPr/>
          <p:nvPr/>
        </p:nvGrpSpPr>
        <p:grpSpPr>
          <a:xfrm>
            <a:off x="-9525" y="-9525"/>
            <a:ext cx="10109200" cy="7577137"/>
            <a:chOff x="-6" y="-6"/>
            <a:chExt cx="6368" cy="4773"/>
          </a:xfrm>
        </p:grpSpPr>
        <p:sp>
          <p:nvSpPr>
            <p:cNvPr id="12" name="Google Shape;12;p1"/>
            <p:cNvSpPr/>
            <p:nvPr/>
          </p:nvSpPr>
          <p:spPr>
            <a:xfrm>
              <a:off x="-6" y="2787"/>
              <a:ext cx="317" cy="1980"/>
            </a:xfrm>
            <a:custGeom>
              <a:avLst/>
              <a:gdLst/>
              <a:ahLst/>
              <a:cxnLst/>
              <a:rect l="l" t="t" r="r" b="b"/>
              <a:pathLst>
                <a:path w="457200" h="2853267" extrusionOk="0">
                  <a:moveTo>
                    <a:pt x="0" y="0"/>
                  </a:moveTo>
                  <a:lnTo>
                    <a:pt x="457200" y="2853267"/>
                  </a:lnTo>
                  <a:lnTo>
                    <a:pt x="0" y="2844800"/>
                  </a:lnTo>
                  <a:cubicBezTo>
                    <a:pt x="2822" y="1905000"/>
                    <a:pt x="5645" y="965200"/>
                    <a:pt x="0" y="0"/>
                  </a:cubicBezTo>
                  <a:close/>
                </a:path>
              </a:pathLst>
            </a:custGeom>
            <a:solidFill>
              <a:srgbClr val="5FCBEF">
                <a:alpha val="69019"/>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cxnSp>
          <p:nvCxnSpPr>
            <p:cNvPr id="13" name="Google Shape;13;p1"/>
            <p:cNvCxnSpPr/>
            <p:nvPr/>
          </p:nvCxnSpPr>
          <p:spPr>
            <a:xfrm rot="10800000" flipH="1">
              <a:off x="3563" y="2900"/>
              <a:ext cx="2792" cy="1862"/>
            </a:xfrm>
            <a:prstGeom prst="straightConnector1">
              <a:avLst/>
            </a:prstGeom>
            <a:noFill/>
            <a:ln w="9525" cap="rnd" cmpd="sng">
              <a:solidFill>
                <a:srgbClr val="5FCBEF">
                  <a:alpha val="69019"/>
                </a:srgbClr>
              </a:solidFill>
              <a:prstDash val="solid"/>
              <a:miter lim="800000"/>
              <a:headEnd type="none" w="sm" len="sm"/>
              <a:tailEnd type="none" w="sm" len="sm"/>
            </a:ln>
          </p:spPr>
        </p:cxnSp>
        <p:cxnSp>
          <p:nvCxnSpPr>
            <p:cNvPr id="14" name="Google Shape;14;p1"/>
            <p:cNvCxnSpPr/>
            <p:nvPr/>
          </p:nvCxnSpPr>
          <p:spPr>
            <a:xfrm>
              <a:off x="4891" y="0"/>
              <a:ext cx="845" cy="4761"/>
            </a:xfrm>
            <a:prstGeom prst="straightConnector1">
              <a:avLst/>
            </a:prstGeom>
            <a:noFill/>
            <a:ln w="9525" cap="rnd" cmpd="sng">
              <a:solidFill>
                <a:srgbClr val="5FCBEF">
                  <a:alpha val="69019"/>
                </a:srgbClr>
              </a:solidFill>
              <a:prstDash val="solid"/>
              <a:miter lim="800000"/>
              <a:headEnd type="none" w="sm" len="sm"/>
              <a:tailEnd type="none" w="sm" len="sm"/>
            </a:ln>
          </p:spPr>
        </p:cxnSp>
        <p:sp>
          <p:nvSpPr>
            <p:cNvPr id="15" name="Google Shape;15;p1"/>
            <p:cNvSpPr/>
            <p:nvPr/>
          </p:nvSpPr>
          <p:spPr>
            <a:xfrm>
              <a:off x="4786" y="0"/>
              <a:ext cx="1575" cy="4767"/>
            </a:xfrm>
            <a:custGeom>
              <a:avLst/>
              <a:gdLst/>
              <a:ahLst/>
              <a:cxnLst/>
              <a:rect l="l" t="t" r="r" b="b"/>
              <a:pathLst>
                <a:path w="2269442" h="6866466" extrusionOk="0">
                  <a:moveTo>
                    <a:pt x="2023534" y="0"/>
                  </a:moveTo>
                  <a:lnTo>
                    <a:pt x="0" y="6858000"/>
                  </a:lnTo>
                  <a:lnTo>
                    <a:pt x="2269067" y="6866466"/>
                  </a:lnTo>
                  <a:cubicBezTo>
                    <a:pt x="2271889" y="4580466"/>
                    <a:pt x="2257778" y="2294466"/>
                    <a:pt x="2260600" y="8466"/>
                  </a:cubicBezTo>
                  <a:lnTo>
                    <a:pt x="2023534" y="0"/>
                  </a:lnTo>
                  <a:close/>
                </a:path>
              </a:pathLst>
            </a:custGeom>
            <a:solidFill>
              <a:srgbClr val="5FCBEF">
                <a:alpha val="34901"/>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16" name="Google Shape;16;p1"/>
            <p:cNvSpPr/>
            <p:nvPr/>
          </p:nvSpPr>
          <p:spPr>
            <a:xfrm>
              <a:off x="5003" y="-6"/>
              <a:ext cx="1352" cy="4767"/>
            </a:xfrm>
            <a:custGeom>
              <a:avLst/>
              <a:gdLst/>
              <a:ahLst/>
              <a:cxnLst/>
              <a:rect l="l" t="t" r="r" b="b"/>
              <a:pathLst>
                <a:path w="1948147" h="6866467" extrusionOk="0">
                  <a:moveTo>
                    <a:pt x="0" y="0"/>
                  </a:moveTo>
                  <a:lnTo>
                    <a:pt x="1202267" y="6866467"/>
                  </a:lnTo>
                  <a:lnTo>
                    <a:pt x="1947333" y="6866467"/>
                  </a:lnTo>
                  <a:cubicBezTo>
                    <a:pt x="1944511" y="4577645"/>
                    <a:pt x="1950155" y="2288822"/>
                    <a:pt x="1947333" y="0"/>
                  </a:cubicBezTo>
                  <a:lnTo>
                    <a:pt x="0" y="0"/>
                  </a:lnTo>
                  <a:close/>
                </a:path>
              </a:pathLst>
            </a:custGeom>
            <a:solidFill>
              <a:srgbClr val="5FCBEF">
                <a:alpha val="18823"/>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17" name="Google Shape;17;p1"/>
            <p:cNvSpPr/>
            <p:nvPr/>
          </p:nvSpPr>
          <p:spPr>
            <a:xfrm>
              <a:off x="4610" y="2722"/>
              <a:ext cx="1744" cy="2039"/>
            </a:xfrm>
            <a:custGeom>
              <a:avLst/>
              <a:gdLst/>
              <a:ahLst/>
              <a:cxnLst/>
              <a:rect l="l" t="t" r="r" b="b"/>
              <a:pathLst>
                <a:path w="3259667" h="3810000" extrusionOk="0">
                  <a:moveTo>
                    <a:pt x="0" y="3810000"/>
                  </a:moveTo>
                  <a:lnTo>
                    <a:pt x="3251200" y="0"/>
                  </a:lnTo>
                  <a:cubicBezTo>
                    <a:pt x="3254022" y="1270000"/>
                    <a:pt x="3256845" y="2540000"/>
                    <a:pt x="3259667" y="3810000"/>
                  </a:cubicBezTo>
                  <a:lnTo>
                    <a:pt x="0" y="3810000"/>
                  </a:lnTo>
                  <a:close/>
                </a:path>
              </a:pathLst>
            </a:custGeom>
            <a:solidFill>
              <a:srgbClr val="17B0E4">
                <a:alpha val="64705"/>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18" name="Google Shape;18;p1"/>
            <p:cNvSpPr/>
            <p:nvPr/>
          </p:nvSpPr>
          <p:spPr>
            <a:xfrm>
              <a:off x="4868" y="-6"/>
              <a:ext cx="1487" cy="4767"/>
            </a:xfrm>
            <a:custGeom>
              <a:avLst/>
              <a:gdLst/>
              <a:ahLst/>
              <a:cxnLst/>
              <a:rect l="l" t="t" r="r" b="b"/>
              <a:pathLst>
                <a:path w="2853267" h="6866467" extrusionOk="0">
                  <a:moveTo>
                    <a:pt x="0" y="0"/>
                  </a:moveTo>
                  <a:lnTo>
                    <a:pt x="2472267" y="6866467"/>
                  </a:lnTo>
                  <a:lnTo>
                    <a:pt x="2853267" y="6858000"/>
                  </a:lnTo>
                  <a:lnTo>
                    <a:pt x="2853267" y="0"/>
                  </a:lnTo>
                  <a:lnTo>
                    <a:pt x="0" y="0"/>
                  </a:lnTo>
                  <a:close/>
                </a:path>
              </a:pathLst>
            </a:custGeom>
            <a:solidFill>
              <a:srgbClr val="17B0E4">
                <a:alpha val="49019"/>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19" name="Google Shape;19;p1"/>
            <p:cNvSpPr/>
            <p:nvPr/>
          </p:nvSpPr>
          <p:spPr>
            <a:xfrm>
              <a:off x="5761" y="-6"/>
              <a:ext cx="594" cy="4767"/>
            </a:xfrm>
            <a:custGeom>
              <a:avLst/>
              <a:gdLst/>
              <a:ahLst/>
              <a:cxnLst/>
              <a:rect l="l" t="t" r="r" b="b"/>
              <a:pathLst>
                <a:path w="1286933" h="6866467" extrusionOk="0">
                  <a:moveTo>
                    <a:pt x="1016000" y="0"/>
                  </a:moveTo>
                  <a:lnTo>
                    <a:pt x="0" y="6866467"/>
                  </a:lnTo>
                  <a:lnTo>
                    <a:pt x="1286933" y="6866467"/>
                  </a:lnTo>
                  <a:cubicBezTo>
                    <a:pt x="1284111" y="4577645"/>
                    <a:pt x="1281288" y="2288822"/>
                    <a:pt x="1278466" y="0"/>
                  </a:cubicBezTo>
                  <a:lnTo>
                    <a:pt x="1016000" y="0"/>
                  </a:lnTo>
                  <a:close/>
                </a:path>
              </a:pathLst>
            </a:custGeom>
            <a:solidFill>
              <a:srgbClr val="2E83C3">
                <a:alpha val="69019"/>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20" name="Google Shape;20;p1"/>
            <p:cNvSpPr/>
            <p:nvPr/>
          </p:nvSpPr>
          <p:spPr>
            <a:xfrm>
              <a:off x="5621" y="-6"/>
              <a:ext cx="740" cy="4767"/>
            </a:xfrm>
            <a:custGeom>
              <a:avLst/>
              <a:gdLst/>
              <a:ahLst/>
              <a:cxnLst/>
              <a:rect l="l" t="t" r="r" b="b"/>
              <a:pathLst>
                <a:path w="1270244" h="6866467" extrusionOk="0">
                  <a:moveTo>
                    <a:pt x="0" y="0"/>
                  </a:moveTo>
                  <a:lnTo>
                    <a:pt x="1117600" y="6866467"/>
                  </a:lnTo>
                  <a:lnTo>
                    <a:pt x="1270000" y="6866467"/>
                  </a:lnTo>
                  <a:cubicBezTo>
                    <a:pt x="1272822" y="4574822"/>
                    <a:pt x="1250245" y="2291645"/>
                    <a:pt x="1253067" y="0"/>
                  </a:cubicBezTo>
                  <a:lnTo>
                    <a:pt x="0" y="0"/>
                  </a:lnTo>
                  <a:close/>
                </a:path>
              </a:pathLst>
            </a:custGeom>
            <a:solidFill>
              <a:srgbClr val="236292">
                <a:alpha val="80784"/>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21" name="Google Shape;21;p1"/>
            <p:cNvSpPr/>
            <p:nvPr/>
          </p:nvSpPr>
          <p:spPr>
            <a:xfrm>
              <a:off x="5603" y="3398"/>
              <a:ext cx="759" cy="1363"/>
            </a:xfrm>
            <a:custGeom>
              <a:avLst/>
              <a:gdLst/>
              <a:ahLst/>
              <a:cxnLst/>
              <a:rect l="l" t="t" r="r" b="b"/>
              <a:pathLst>
                <a:path w="1820333" h="3268133" extrusionOk="0">
                  <a:moveTo>
                    <a:pt x="0" y="3268133"/>
                  </a:moveTo>
                  <a:lnTo>
                    <a:pt x="1811866" y="0"/>
                  </a:lnTo>
                  <a:cubicBezTo>
                    <a:pt x="1814688" y="1086555"/>
                    <a:pt x="1817511" y="2173111"/>
                    <a:pt x="1820333" y="3259666"/>
                  </a:cubicBezTo>
                  <a:lnTo>
                    <a:pt x="0" y="3268133"/>
                  </a:lnTo>
                  <a:close/>
                </a:path>
              </a:pathLst>
            </a:custGeom>
            <a:solidFill>
              <a:srgbClr val="17B0E4">
                <a:alpha val="64705"/>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grpSp>
      <p:sp>
        <p:nvSpPr>
          <p:cNvPr id="22" name="Google Shape;22;p1"/>
          <p:cNvSpPr txBox="1">
            <a:spLocks noGrp="1"/>
          </p:cNvSpPr>
          <p:nvPr>
            <p:ph type="title"/>
          </p:nvPr>
        </p:nvSpPr>
        <p:spPr>
          <a:xfrm>
            <a:off x="671512" y="671512"/>
            <a:ext cx="6996112" cy="1454150"/>
          </a:xfrm>
          <a:prstGeom prst="rect">
            <a:avLst/>
          </a:prstGeom>
          <a:noFill/>
          <a:ln>
            <a:noFill/>
          </a:ln>
        </p:spPr>
        <p:txBody>
          <a:bodyPr spcFirstLastPara="1" wrap="square" lIns="90000" tIns="46800" rIns="90000" bIns="46800" anchor="t" anchorCtr="0">
            <a:noAutofit/>
          </a:bodyPr>
          <a:lstStyle>
            <a:lvl1pPr marR="0" lvl="0" algn="l" rtl="0">
              <a:lnSpc>
                <a:spcPct val="100000"/>
              </a:lnSpc>
              <a:spcBef>
                <a:spcPts val="13"/>
              </a:spcBef>
              <a:spcAft>
                <a:spcPts val="0"/>
              </a:spcAft>
              <a:buClr>
                <a:srgbClr val="000000"/>
              </a:buClr>
              <a:buSzPts val="1400"/>
              <a:buFont typeface="Arial"/>
              <a:buNone/>
              <a:defRPr sz="3900" b="0" i="0" u="none" strike="noStrike" cap="none">
                <a:solidFill>
                  <a:srgbClr val="5FCBEF"/>
                </a:solidFill>
                <a:latin typeface="Trebuchet MS"/>
                <a:ea typeface="Trebuchet MS"/>
                <a:cs typeface="Trebuchet MS"/>
                <a:sym typeface="Trebuchet MS"/>
              </a:defRPr>
            </a:lvl1pPr>
            <a:lvl2pPr marR="0" lvl="1" algn="l" rtl="0">
              <a:lnSpc>
                <a:spcPct val="100000"/>
              </a:lnSpc>
              <a:spcBef>
                <a:spcPts val="13"/>
              </a:spcBef>
              <a:spcAft>
                <a:spcPts val="0"/>
              </a:spcAft>
              <a:buClr>
                <a:srgbClr val="000000"/>
              </a:buClr>
              <a:buSzPts val="1400"/>
              <a:buFont typeface="Arial"/>
              <a:buNone/>
              <a:defRPr sz="3900" b="0" i="0" u="none" strike="noStrike" cap="none">
                <a:solidFill>
                  <a:srgbClr val="5FCBEF"/>
                </a:solidFill>
                <a:latin typeface="Trebuchet MS"/>
                <a:ea typeface="Trebuchet MS"/>
                <a:cs typeface="Trebuchet MS"/>
                <a:sym typeface="Trebuchet MS"/>
              </a:defRPr>
            </a:lvl2pPr>
            <a:lvl3pPr marR="0" lvl="2" algn="l" rtl="0">
              <a:lnSpc>
                <a:spcPct val="100000"/>
              </a:lnSpc>
              <a:spcBef>
                <a:spcPts val="13"/>
              </a:spcBef>
              <a:spcAft>
                <a:spcPts val="0"/>
              </a:spcAft>
              <a:buClr>
                <a:srgbClr val="000000"/>
              </a:buClr>
              <a:buSzPts val="1400"/>
              <a:buFont typeface="Arial"/>
              <a:buNone/>
              <a:defRPr sz="3900" b="0" i="0" u="none" strike="noStrike" cap="none">
                <a:solidFill>
                  <a:srgbClr val="5FCBEF"/>
                </a:solidFill>
                <a:latin typeface="Trebuchet MS"/>
                <a:ea typeface="Trebuchet MS"/>
                <a:cs typeface="Trebuchet MS"/>
                <a:sym typeface="Trebuchet MS"/>
              </a:defRPr>
            </a:lvl3pPr>
            <a:lvl4pPr marR="0" lvl="3" algn="l" rtl="0">
              <a:lnSpc>
                <a:spcPct val="100000"/>
              </a:lnSpc>
              <a:spcBef>
                <a:spcPts val="13"/>
              </a:spcBef>
              <a:spcAft>
                <a:spcPts val="0"/>
              </a:spcAft>
              <a:buClr>
                <a:srgbClr val="000000"/>
              </a:buClr>
              <a:buSzPts val="1400"/>
              <a:buFont typeface="Arial"/>
              <a:buNone/>
              <a:defRPr sz="3900" b="0" i="0" u="none" strike="noStrike" cap="none">
                <a:solidFill>
                  <a:srgbClr val="5FCBEF"/>
                </a:solidFill>
                <a:latin typeface="Trebuchet MS"/>
                <a:ea typeface="Trebuchet MS"/>
                <a:cs typeface="Trebuchet MS"/>
                <a:sym typeface="Trebuchet MS"/>
              </a:defRPr>
            </a:lvl4pPr>
            <a:lvl5pPr marR="0" lvl="4" algn="l" rtl="0">
              <a:lnSpc>
                <a:spcPct val="100000"/>
              </a:lnSpc>
              <a:spcBef>
                <a:spcPts val="13"/>
              </a:spcBef>
              <a:spcAft>
                <a:spcPts val="0"/>
              </a:spcAft>
              <a:buClr>
                <a:srgbClr val="000000"/>
              </a:buClr>
              <a:buSzPts val="1400"/>
              <a:buFont typeface="Arial"/>
              <a:buNone/>
              <a:defRPr sz="3900" b="0" i="0" u="none" strike="noStrike" cap="none">
                <a:solidFill>
                  <a:srgbClr val="5FCBEF"/>
                </a:solidFill>
                <a:latin typeface="Trebuchet MS"/>
                <a:ea typeface="Trebuchet MS"/>
                <a:cs typeface="Trebuchet MS"/>
                <a:sym typeface="Trebuchet MS"/>
              </a:defRPr>
            </a:lvl5pPr>
            <a:lvl6pPr marR="0" lvl="5" algn="l" rtl="0">
              <a:lnSpc>
                <a:spcPct val="100000"/>
              </a:lnSpc>
              <a:spcBef>
                <a:spcPts val="13"/>
              </a:spcBef>
              <a:spcAft>
                <a:spcPts val="0"/>
              </a:spcAft>
              <a:buClr>
                <a:srgbClr val="000000"/>
              </a:buClr>
              <a:buSzPts val="1400"/>
              <a:buFont typeface="Arial"/>
              <a:buNone/>
              <a:defRPr sz="3900" b="0" i="0" u="none" strike="noStrike" cap="none">
                <a:solidFill>
                  <a:srgbClr val="5FCBEF"/>
                </a:solidFill>
                <a:latin typeface="Trebuchet MS"/>
                <a:ea typeface="Trebuchet MS"/>
                <a:cs typeface="Trebuchet MS"/>
                <a:sym typeface="Trebuchet MS"/>
              </a:defRPr>
            </a:lvl6pPr>
            <a:lvl7pPr marR="0" lvl="6" algn="l" rtl="0">
              <a:lnSpc>
                <a:spcPct val="100000"/>
              </a:lnSpc>
              <a:spcBef>
                <a:spcPts val="13"/>
              </a:spcBef>
              <a:spcAft>
                <a:spcPts val="0"/>
              </a:spcAft>
              <a:buClr>
                <a:srgbClr val="000000"/>
              </a:buClr>
              <a:buSzPts val="1400"/>
              <a:buFont typeface="Arial"/>
              <a:buNone/>
              <a:defRPr sz="3900" b="0" i="0" u="none" strike="noStrike" cap="none">
                <a:solidFill>
                  <a:srgbClr val="5FCBEF"/>
                </a:solidFill>
                <a:latin typeface="Trebuchet MS"/>
                <a:ea typeface="Trebuchet MS"/>
                <a:cs typeface="Trebuchet MS"/>
                <a:sym typeface="Trebuchet MS"/>
              </a:defRPr>
            </a:lvl7pPr>
            <a:lvl8pPr marR="0" lvl="7" algn="l" rtl="0">
              <a:lnSpc>
                <a:spcPct val="100000"/>
              </a:lnSpc>
              <a:spcBef>
                <a:spcPts val="13"/>
              </a:spcBef>
              <a:spcAft>
                <a:spcPts val="0"/>
              </a:spcAft>
              <a:buClr>
                <a:srgbClr val="000000"/>
              </a:buClr>
              <a:buSzPts val="1400"/>
              <a:buFont typeface="Arial"/>
              <a:buNone/>
              <a:defRPr sz="3900" b="0" i="0" u="none" strike="noStrike" cap="none">
                <a:solidFill>
                  <a:srgbClr val="5FCBEF"/>
                </a:solidFill>
                <a:latin typeface="Trebuchet MS"/>
                <a:ea typeface="Trebuchet MS"/>
                <a:cs typeface="Trebuchet MS"/>
                <a:sym typeface="Trebuchet MS"/>
              </a:defRPr>
            </a:lvl8pPr>
            <a:lvl9pPr marR="0" lvl="8" algn="l" rtl="0">
              <a:lnSpc>
                <a:spcPct val="100000"/>
              </a:lnSpc>
              <a:spcBef>
                <a:spcPts val="13"/>
              </a:spcBef>
              <a:spcAft>
                <a:spcPts val="13"/>
              </a:spcAft>
              <a:buClr>
                <a:srgbClr val="000000"/>
              </a:buClr>
              <a:buSzPts val="1400"/>
              <a:buFont typeface="Arial"/>
              <a:buNone/>
              <a:defRPr sz="3900" b="0" i="0" u="none" strike="noStrike" cap="none">
                <a:solidFill>
                  <a:srgbClr val="5FCBEF"/>
                </a:solidFill>
                <a:latin typeface="Trebuchet MS"/>
                <a:ea typeface="Trebuchet MS"/>
                <a:cs typeface="Trebuchet MS"/>
                <a:sym typeface="Trebuchet MS"/>
              </a:defRPr>
            </a:lvl9pPr>
          </a:lstStyle>
          <a:p>
            <a:endParaRPr/>
          </a:p>
        </p:txBody>
      </p:sp>
      <p:sp>
        <p:nvSpPr>
          <p:cNvPr id="23" name="Google Shape;23;p1"/>
          <p:cNvSpPr txBox="1">
            <a:spLocks noGrp="1"/>
          </p:cNvSpPr>
          <p:nvPr>
            <p:ph type="body" idx="1"/>
          </p:nvPr>
        </p:nvSpPr>
        <p:spPr>
          <a:xfrm>
            <a:off x="671512" y="2381250"/>
            <a:ext cx="6996112" cy="4276725"/>
          </a:xfrm>
          <a:prstGeom prst="rect">
            <a:avLst/>
          </a:prstGeom>
          <a:noFill/>
          <a:ln>
            <a:noFill/>
          </a:ln>
        </p:spPr>
        <p:txBody>
          <a:bodyPr spcFirstLastPara="1" wrap="square" lIns="90000" tIns="46800" rIns="90000" bIns="46800" anchor="t" anchorCtr="0">
            <a:noAutofit/>
          </a:bodyPr>
          <a:lstStyle>
            <a:lvl1pPr marL="457200" marR="0" lvl="0" indent="-228600" algn="l" rtl="0">
              <a:lnSpc>
                <a:spcPct val="100000"/>
              </a:lnSpc>
              <a:spcBef>
                <a:spcPts val="1113"/>
              </a:spcBef>
              <a:spcAft>
                <a:spcPts val="0"/>
              </a:spcAft>
              <a:buClr>
                <a:srgbClr val="000000"/>
              </a:buClr>
              <a:buSzPts val="1400"/>
              <a:buFont typeface="Arial"/>
              <a:buNone/>
              <a:defRPr sz="1900" b="0" i="0" u="none" strike="noStrike" cap="none">
                <a:solidFill>
                  <a:srgbClr val="404040"/>
                </a:solidFill>
                <a:latin typeface="Trebuchet MS"/>
                <a:ea typeface="Trebuchet MS"/>
                <a:cs typeface="Trebuchet MS"/>
                <a:sym typeface="Trebuchet MS"/>
              </a:defRPr>
            </a:lvl1pPr>
            <a:lvl2pPr marL="914400" marR="0" lvl="1" indent="-228600" algn="l" rtl="0">
              <a:lnSpc>
                <a:spcPct val="100000"/>
              </a:lnSpc>
              <a:spcBef>
                <a:spcPts val="1113"/>
              </a:spcBef>
              <a:spcAft>
                <a:spcPts val="0"/>
              </a:spcAft>
              <a:buClr>
                <a:srgbClr val="000000"/>
              </a:buClr>
              <a:buSzPts val="1400"/>
              <a:buFont typeface="Arial"/>
              <a:buNone/>
              <a:defRPr sz="1700" b="0" i="0" u="none" strike="noStrike" cap="none">
                <a:solidFill>
                  <a:srgbClr val="404040"/>
                </a:solidFill>
                <a:latin typeface="Trebuchet MS"/>
                <a:ea typeface="Trebuchet MS"/>
                <a:cs typeface="Trebuchet MS"/>
                <a:sym typeface="Trebuchet MS"/>
              </a:defRPr>
            </a:lvl2pPr>
            <a:lvl3pPr marL="1371600" marR="0" lvl="2" indent="-228600" algn="l" rtl="0">
              <a:lnSpc>
                <a:spcPct val="100000"/>
              </a:lnSpc>
              <a:spcBef>
                <a:spcPts val="1113"/>
              </a:spcBef>
              <a:spcAft>
                <a:spcPts val="0"/>
              </a:spcAft>
              <a:buClr>
                <a:srgbClr val="000000"/>
              </a:buClr>
              <a:buSzPts val="1400"/>
              <a:buFont typeface="Arial"/>
              <a:buNone/>
              <a:defRPr sz="1500" b="0" i="0" u="none" strike="noStrike" cap="none">
                <a:solidFill>
                  <a:srgbClr val="404040"/>
                </a:solidFill>
                <a:latin typeface="Trebuchet MS"/>
                <a:ea typeface="Trebuchet MS"/>
                <a:cs typeface="Trebuchet MS"/>
                <a:sym typeface="Trebuchet MS"/>
              </a:defRPr>
            </a:lvl3pPr>
            <a:lvl4pPr marL="1828800" marR="0" lvl="3" indent="-228600" algn="l" rtl="0">
              <a:lnSpc>
                <a:spcPct val="100000"/>
              </a:lnSpc>
              <a:spcBef>
                <a:spcPts val="1113"/>
              </a:spcBef>
              <a:spcAft>
                <a:spcPts val="0"/>
              </a:spcAft>
              <a:buClr>
                <a:srgbClr val="000000"/>
              </a:buClr>
              <a:buSzPts val="1400"/>
              <a:buFont typeface="Arial"/>
              <a:buNone/>
              <a:defRPr sz="1300" b="0" i="0" u="none" strike="noStrike" cap="none">
                <a:solidFill>
                  <a:srgbClr val="404040"/>
                </a:solidFill>
                <a:latin typeface="Trebuchet MS"/>
                <a:ea typeface="Trebuchet MS"/>
                <a:cs typeface="Trebuchet MS"/>
                <a:sym typeface="Trebuchet MS"/>
              </a:defRPr>
            </a:lvl4pPr>
            <a:lvl5pPr marL="2286000" marR="0" lvl="4" indent="-228600" algn="l" rtl="0">
              <a:lnSpc>
                <a:spcPct val="100000"/>
              </a:lnSpc>
              <a:spcBef>
                <a:spcPts val="1113"/>
              </a:spcBef>
              <a:spcAft>
                <a:spcPts val="0"/>
              </a:spcAft>
              <a:buClr>
                <a:srgbClr val="000000"/>
              </a:buClr>
              <a:buSzPts val="1400"/>
              <a:buFont typeface="Arial"/>
              <a:buNone/>
              <a:defRPr sz="1300" b="0" i="0" u="none" strike="noStrike" cap="none">
                <a:solidFill>
                  <a:srgbClr val="404040"/>
                </a:solidFill>
                <a:latin typeface="Trebuchet MS"/>
                <a:ea typeface="Trebuchet MS"/>
                <a:cs typeface="Trebuchet MS"/>
                <a:sym typeface="Trebuchet M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9pPr>
          </a:lstStyle>
          <a:p>
            <a:endParaRPr/>
          </a:p>
        </p:txBody>
      </p:sp>
      <p:sp>
        <p:nvSpPr>
          <p:cNvPr id="24" name="Google Shape;24;p1"/>
          <p:cNvSpPr txBox="1">
            <a:spLocks noGrp="1"/>
          </p:cNvSpPr>
          <p:nvPr>
            <p:ph type="dt" idx="10"/>
          </p:nvPr>
        </p:nvSpPr>
        <p:spPr>
          <a:xfrm>
            <a:off x="5959475" y="6659562"/>
            <a:ext cx="752475" cy="400050"/>
          </a:xfrm>
          <a:prstGeom prst="rect">
            <a:avLst/>
          </a:prstGeom>
          <a:noFill/>
          <a:ln>
            <a:noFill/>
          </a:ln>
        </p:spPr>
        <p:txBody>
          <a:bodyPr spcFirstLastPara="1" wrap="square" lIns="90000" tIns="46800" rIns="90000" bIns="468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Trebuchet MS"/>
                <a:ea typeface="Trebuchet MS"/>
                <a:cs typeface="Trebuchet MS"/>
                <a:sym typeface="Trebuchet M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Trebuchet MS"/>
                <a:ea typeface="Trebuchet MS"/>
                <a:cs typeface="Trebuchet MS"/>
                <a:sym typeface="Trebuchet M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Trebuchet MS"/>
                <a:ea typeface="Trebuchet MS"/>
                <a:cs typeface="Trebuchet MS"/>
                <a:sym typeface="Trebuchet M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Trebuchet MS"/>
                <a:ea typeface="Trebuchet MS"/>
                <a:cs typeface="Trebuchet MS"/>
                <a:sym typeface="Trebuchet M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Trebuchet MS"/>
                <a:ea typeface="Trebuchet MS"/>
                <a:cs typeface="Trebuchet MS"/>
                <a:sym typeface="Trebuchet M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Trebuchet MS"/>
                <a:ea typeface="Trebuchet MS"/>
                <a:cs typeface="Trebuchet MS"/>
                <a:sym typeface="Trebuchet M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Trebuchet MS"/>
                <a:ea typeface="Trebuchet MS"/>
                <a:cs typeface="Trebuchet MS"/>
                <a:sym typeface="Trebuchet M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Trebuchet MS"/>
                <a:ea typeface="Trebuchet MS"/>
                <a:cs typeface="Trebuchet MS"/>
                <a:sym typeface="Trebuchet MS"/>
              </a:defRPr>
            </a:lvl9pPr>
          </a:lstStyle>
          <a:p>
            <a:endParaRPr/>
          </a:p>
        </p:txBody>
      </p:sp>
      <p:sp>
        <p:nvSpPr>
          <p:cNvPr id="25" name="Google Shape;25;p1"/>
          <p:cNvSpPr txBox="1"/>
          <p:nvPr/>
        </p:nvSpPr>
        <p:spPr>
          <a:xfrm>
            <a:off x="671512" y="6659562"/>
            <a:ext cx="5097462" cy="40163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26" name="Google Shape;26;p1"/>
          <p:cNvSpPr txBox="1">
            <a:spLocks noGrp="1"/>
          </p:cNvSpPr>
          <p:nvPr>
            <p:ph type="sldNum" idx="12"/>
          </p:nvPr>
        </p:nvSpPr>
        <p:spPr>
          <a:xfrm>
            <a:off x="7104062" y="6659562"/>
            <a:ext cx="563562" cy="400050"/>
          </a:xfrm>
          <a:prstGeom prst="rect">
            <a:avLst/>
          </a:prstGeom>
          <a:noFill/>
          <a:ln>
            <a:noFill/>
          </a:ln>
        </p:spPr>
        <p:txBody>
          <a:bodyPr spcFirstLastPara="1" wrap="square" lIns="90000" tIns="46800" rIns="90000" bIns="46800" anchor="ctr" anchorCtr="0">
            <a:noAutofit/>
          </a:bodyPr>
          <a:lstStyle>
            <a:lvl1pPr marL="0" marR="0" lvl="0" indent="0" algn="r" rtl="0">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1pPr>
            <a:lvl2pPr marL="0" marR="0" lvl="1" indent="0" algn="r" rtl="0">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2pPr>
            <a:lvl3pPr marL="0" marR="0" lvl="2" indent="0" algn="r" rtl="0">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3pPr>
            <a:lvl4pPr marL="0" marR="0" lvl="3" indent="0" algn="r" rtl="0">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4pPr>
            <a:lvl5pPr marL="0" marR="0" lvl="4" indent="0" algn="r" rtl="0">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5pPr>
            <a:lvl6pPr marL="0" marR="0" lvl="5" indent="0" algn="r" rtl="0">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6pPr>
            <a:lvl7pPr marL="0" marR="0" lvl="6" indent="0" algn="r" rtl="0">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7pPr>
            <a:lvl8pPr marL="0" marR="0" lvl="7" indent="0" algn="r" rtl="0">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8pPr>
            <a:lvl9pPr marL="0" marR="0" lvl="8" indent="0" algn="r" rtl="0">
              <a:lnSpc>
                <a:spcPct val="100000"/>
              </a:lnSpc>
              <a:spcBef>
                <a:spcPts val="0"/>
              </a:spcBef>
              <a:spcAft>
                <a:spcPts val="0"/>
              </a:spcAft>
              <a:buClr>
                <a:srgbClr val="5FCBEF"/>
              </a:buClr>
              <a:buSzPts val="900"/>
              <a:buFont typeface="Trebuchet MS"/>
              <a:buNone/>
              <a:defRPr sz="900" b="0" i="0" u="none" strike="noStrike" cap="none">
                <a:solidFill>
                  <a:srgbClr val="5FCBEF"/>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3"/>
          <p:cNvSpPr txBox="1"/>
          <p:nvPr/>
        </p:nvSpPr>
        <p:spPr>
          <a:xfrm>
            <a:off x="503237" y="1768475"/>
            <a:ext cx="9070975" cy="5467350"/>
          </a:xfrm>
          <a:prstGeom prst="rect">
            <a:avLst/>
          </a:prstGeom>
          <a:noFill/>
          <a:ln>
            <a:noFill/>
          </a:ln>
        </p:spPr>
        <p:txBody>
          <a:bodyPr spcFirstLastPara="1" wrap="square" lIns="0" tIns="31675" rIns="0" bIns="0" anchor="ctr" anchorCtr="0">
            <a:noAutofit/>
          </a:bodyPr>
          <a:lstStyle/>
          <a:p>
            <a:pPr marL="0" marR="0" lvl="0" indent="0" algn="ctr" rtl="0">
              <a:lnSpc>
                <a:spcPct val="93000"/>
              </a:lnSpc>
              <a:spcBef>
                <a:spcPts val="0"/>
              </a:spcBef>
              <a:spcAft>
                <a:spcPts val="0"/>
              </a:spcAft>
              <a:buClr>
                <a:srgbClr val="000000"/>
              </a:buClr>
              <a:buSzPts val="3600"/>
              <a:buFont typeface="Times New Roman"/>
              <a:buNone/>
            </a:pPr>
            <a:r>
              <a:rPr lang="en-US" sz="3600" b="1" i="0" u="sng" strike="noStrike" cap="none" dirty="0" err="1">
                <a:solidFill>
                  <a:srgbClr val="000000"/>
                </a:solidFill>
                <a:latin typeface="Times New Roman"/>
                <a:ea typeface="Times New Roman"/>
                <a:cs typeface="Times New Roman"/>
                <a:sym typeface="Times New Roman"/>
              </a:rPr>
              <a:t>DoRev</a:t>
            </a:r>
            <a:r>
              <a:rPr lang="en-US" sz="3600" b="1" i="0" u="sng" strike="noStrike" cap="none" dirty="0">
                <a:solidFill>
                  <a:srgbClr val="000000"/>
                </a:solidFill>
                <a:latin typeface="Times New Roman"/>
                <a:ea typeface="Times New Roman"/>
                <a:cs typeface="Times New Roman"/>
                <a:sym typeface="Times New Roman"/>
              </a:rPr>
              <a:t>: AI-Powered Google Review   Manager</a:t>
            </a:r>
            <a:r>
              <a:rPr lang="en-US" sz="3600" b="0" i="0" u="none" strike="noStrike" cap="none" dirty="0">
                <a:solidFill>
                  <a:srgbClr val="000000"/>
                </a:solidFill>
                <a:latin typeface="Times New Roman"/>
                <a:ea typeface="Times New Roman"/>
                <a:cs typeface="Times New Roman"/>
                <a:sym typeface="Times New Roman"/>
              </a:rPr>
              <a:t> </a:t>
            </a:r>
            <a:endParaRPr sz="1400" b="0" i="0" u="none" strike="noStrike" cap="none" dirty="0">
              <a:solidFill>
                <a:srgbClr val="000000"/>
              </a:solidFill>
              <a:latin typeface="Arial"/>
              <a:ea typeface="Arial"/>
              <a:cs typeface="Arial"/>
              <a:sym typeface="Arial"/>
            </a:endParaRPr>
          </a:p>
          <a:p>
            <a:pPr marL="0" marR="0" lvl="0" indent="0" algn="ctr" rtl="0">
              <a:lnSpc>
                <a:spcPct val="93000"/>
              </a:lnSpc>
              <a:spcBef>
                <a:spcPts val="0"/>
              </a:spcBef>
              <a:spcAft>
                <a:spcPts val="0"/>
              </a:spcAft>
              <a:buClr>
                <a:schemeClr val="lt1"/>
              </a:buClr>
              <a:buSzPts val="3600"/>
              <a:buFont typeface="Trebuchet MS"/>
              <a:buNone/>
            </a:pPr>
            <a:endParaRPr sz="36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93000"/>
              </a:lnSpc>
              <a:spcBef>
                <a:spcPts val="0"/>
              </a:spcBef>
              <a:spcAft>
                <a:spcPts val="0"/>
              </a:spcAft>
              <a:buClr>
                <a:srgbClr val="000000"/>
              </a:buClr>
              <a:buSzPts val="3200"/>
              <a:buFont typeface="Times New Roman"/>
              <a:buNone/>
            </a:pPr>
            <a:r>
              <a:rPr lang="en-US" sz="3200" b="1" i="0" u="none" strike="noStrike" cap="none" dirty="0">
                <a:solidFill>
                  <a:srgbClr val="000000"/>
                </a:solidFill>
                <a:latin typeface="Times New Roman"/>
                <a:ea typeface="Times New Roman"/>
                <a:cs typeface="Times New Roman"/>
                <a:sym typeface="Times New Roman"/>
              </a:rPr>
              <a:t>Anas </a:t>
            </a:r>
            <a:r>
              <a:rPr lang="en-US" sz="3200" b="1" i="0" u="none" strike="noStrike" cap="none" dirty="0" err="1">
                <a:solidFill>
                  <a:srgbClr val="000000"/>
                </a:solidFill>
                <a:latin typeface="Times New Roman"/>
                <a:ea typeface="Times New Roman"/>
                <a:cs typeface="Times New Roman"/>
                <a:sym typeface="Times New Roman"/>
              </a:rPr>
              <a:t>Chougle</a:t>
            </a:r>
            <a:r>
              <a:rPr lang="en-US" sz="3200" b="1" i="0" u="none" strike="noStrike" cap="none" dirty="0">
                <a:solidFill>
                  <a:srgbClr val="000000"/>
                </a:solidFill>
                <a:latin typeface="Times New Roman"/>
                <a:ea typeface="Times New Roman"/>
                <a:cs typeface="Times New Roman"/>
                <a:sym typeface="Times New Roman"/>
              </a:rPr>
              <a:t> - (23207006)</a:t>
            </a:r>
            <a:endParaRPr sz="1400" b="0" i="0" u="none" strike="noStrike" cap="none" dirty="0">
              <a:solidFill>
                <a:srgbClr val="000000"/>
              </a:solidFill>
              <a:latin typeface="Arial"/>
              <a:ea typeface="Arial"/>
              <a:cs typeface="Arial"/>
              <a:sym typeface="Arial"/>
            </a:endParaRPr>
          </a:p>
          <a:p>
            <a:pPr marL="0" marR="0" lvl="0" indent="0" algn="ctr" rtl="0">
              <a:lnSpc>
                <a:spcPct val="93000"/>
              </a:lnSpc>
              <a:spcBef>
                <a:spcPts val="0"/>
              </a:spcBef>
              <a:spcAft>
                <a:spcPts val="0"/>
              </a:spcAft>
              <a:buClr>
                <a:srgbClr val="000000"/>
              </a:buClr>
              <a:buSzPts val="3200"/>
              <a:buFont typeface="Times New Roman"/>
              <a:buNone/>
            </a:pPr>
            <a:r>
              <a:rPr lang="en-US" sz="3200" b="1" i="0" u="none" strike="noStrike" cap="none" dirty="0">
                <a:solidFill>
                  <a:srgbClr val="000000"/>
                </a:solidFill>
                <a:latin typeface="Times New Roman"/>
                <a:ea typeface="Times New Roman"/>
                <a:cs typeface="Times New Roman"/>
                <a:sym typeface="Times New Roman"/>
              </a:rPr>
              <a:t>Asma Rajguru - (23207005)</a:t>
            </a:r>
            <a:endParaRPr sz="1400" b="0" i="0" u="none" strike="noStrike" cap="none" dirty="0">
              <a:solidFill>
                <a:srgbClr val="000000"/>
              </a:solidFill>
              <a:latin typeface="Arial"/>
              <a:ea typeface="Arial"/>
              <a:cs typeface="Arial"/>
              <a:sym typeface="Arial"/>
            </a:endParaRPr>
          </a:p>
          <a:p>
            <a:pPr marL="0" marR="0" lvl="0" indent="0" algn="ctr" rtl="0">
              <a:lnSpc>
                <a:spcPct val="93000"/>
              </a:lnSpc>
              <a:spcBef>
                <a:spcPts val="0"/>
              </a:spcBef>
              <a:spcAft>
                <a:spcPts val="0"/>
              </a:spcAft>
              <a:buClr>
                <a:srgbClr val="000000"/>
              </a:buClr>
              <a:buSzPts val="3200"/>
              <a:buFont typeface="Times New Roman"/>
              <a:buNone/>
            </a:pPr>
            <a:r>
              <a:rPr lang="en-US" sz="3200" b="1" i="0" u="none" strike="noStrike" cap="none" dirty="0">
                <a:solidFill>
                  <a:srgbClr val="000000"/>
                </a:solidFill>
                <a:latin typeface="Times New Roman"/>
                <a:ea typeface="Times New Roman"/>
                <a:cs typeface="Times New Roman"/>
                <a:sym typeface="Times New Roman"/>
              </a:rPr>
              <a:t>Arju Salmani - (22107003)</a:t>
            </a:r>
            <a:endParaRPr sz="1400" b="0" i="0" u="none" strike="noStrike" cap="none" dirty="0">
              <a:solidFill>
                <a:srgbClr val="000000"/>
              </a:solidFill>
              <a:latin typeface="Arial"/>
              <a:ea typeface="Arial"/>
              <a:cs typeface="Arial"/>
              <a:sym typeface="Arial"/>
            </a:endParaRPr>
          </a:p>
          <a:p>
            <a:pPr marL="0" marR="0" lvl="0" indent="0" algn="ctr" rtl="0">
              <a:lnSpc>
                <a:spcPct val="93000"/>
              </a:lnSpc>
              <a:spcBef>
                <a:spcPts val="0"/>
              </a:spcBef>
              <a:spcAft>
                <a:spcPts val="0"/>
              </a:spcAft>
              <a:buClr>
                <a:srgbClr val="000000"/>
              </a:buClr>
              <a:buSzPts val="3200"/>
              <a:buFont typeface="Times New Roman"/>
              <a:buNone/>
            </a:pPr>
            <a:r>
              <a:rPr lang="en-US" sz="3200" b="1" i="0" u="none" strike="noStrike" cap="none" dirty="0">
                <a:solidFill>
                  <a:srgbClr val="000000"/>
                </a:solidFill>
                <a:latin typeface="Times New Roman"/>
                <a:ea typeface="Times New Roman"/>
                <a:cs typeface="Times New Roman"/>
                <a:sym typeface="Times New Roman"/>
              </a:rPr>
              <a:t>Yash </a:t>
            </a:r>
            <a:r>
              <a:rPr lang="en-US" sz="3200" b="1" i="0" u="none" strike="noStrike" cap="none" dirty="0" err="1">
                <a:solidFill>
                  <a:srgbClr val="000000"/>
                </a:solidFill>
                <a:latin typeface="Times New Roman"/>
                <a:ea typeface="Times New Roman"/>
                <a:cs typeface="Times New Roman"/>
                <a:sym typeface="Times New Roman"/>
              </a:rPr>
              <a:t>Nalawade</a:t>
            </a:r>
            <a:r>
              <a:rPr lang="en-US" sz="3200" b="1" i="0" u="none" strike="noStrike" cap="none" dirty="0">
                <a:solidFill>
                  <a:srgbClr val="000000"/>
                </a:solidFill>
                <a:latin typeface="Times New Roman"/>
                <a:ea typeface="Times New Roman"/>
                <a:cs typeface="Times New Roman"/>
                <a:sym typeface="Times New Roman"/>
              </a:rPr>
              <a:t> - (221070</a:t>
            </a:r>
            <a:r>
              <a:rPr lang="en-US" sz="3200" b="1" dirty="0">
                <a:latin typeface="Times New Roman"/>
                <a:ea typeface="Times New Roman"/>
                <a:cs typeface="Times New Roman"/>
                <a:sym typeface="Times New Roman"/>
              </a:rPr>
              <a:t>58</a:t>
            </a:r>
            <a:r>
              <a:rPr lang="en-US" sz="3200" b="1" i="0" u="none" strike="noStrike" cap="none" dirty="0">
                <a:solidFill>
                  <a:srgbClr val="000000"/>
                </a:solidFill>
                <a:latin typeface="Times New Roman"/>
                <a:ea typeface="Times New Roman"/>
                <a:cs typeface="Times New Roman"/>
                <a:sym typeface="Times New Roman"/>
              </a:rPr>
              <a:t>)</a:t>
            </a:r>
            <a:endParaRPr sz="1400" b="0" i="0" u="none" strike="noStrike" cap="none" dirty="0">
              <a:solidFill>
                <a:srgbClr val="000000"/>
              </a:solidFill>
              <a:latin typeface="Arial"/>
              <a:ea typeface="Arial"/>
              <a:cs typeface="Arial"/>
              <a:sym typeface="Arial"/>
            </a:endParaRPr>
          </a:p>
          <a:p>
            <a:pPr marL="0" marR="0" lvl="0" indent="0" algn="ctr" rtl="0">
              <a:lnSpc>
                <a:spcPct val="93000"/>
              </a:lnSpc>
              <a:spcBef>
                <a:spcPts val="0"/>
              </a:spcBef>
              <a:spcAft>
                <a:spcPts val="0"/>
              </a:spcAft>
              <a:buClr>
                <a:schemeClr val="lt1"/>
              </a:buClr>
              <a:buSzPts val="3200"/>
              <a:buFont typeface="Trebuchet MS"/>
              <a:buNone/>
            </a:pPr>
            <a:endParaRPr sz="32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93000"/>
              </a:lnSpc>
              <a:spcBef>
                <a:spcPts val="0"/>
              </a:spcBef>
              <a:spcAft>
                <a:spcPts val="0"/>
              </a:spcAft>
              <a:buClr>
                <a:srgbClr val="000000"/>
              </a:buClr>
              <a:buSzPts val="2800"/>
              <a:buFont typeface="Times New Roman"/>
              <a:buNone/>
            </a:pPr>
            <a:r>
              <a:rPr lang="en-US" sz="2800" b="1" i="0" u="none" strike="noStrike" cap="none" dirty="0">
                <a:solidFill>
                  <a:srgbClr val="000000"/>
                </a:solidFill>
                <a:latin typeface="Times New Roman"/>
                <a:ea typeface="Times New Roman"/>
                <a:cs typeface="Times New Roman"/>
                <a:sym typeface="Times New Roman"/>
              </a:rPr>
              <a:t>Project Guide</a:t>
            </a:r>
            <a:endParaRPr sz="1400" b="0" i="0" u="none" strike="noStrike" cap="none" dirty="0">
              <a:solidFill>
                <a:srgbClr val="000000"/>
              </a:solidFill>
              <a:latin typeface="Arial"/>
              <a:ea typeface="Arial"/>
              <a:cs typeface="Arial"/>
              <a:sym typeface="Arial"/>
            </a:endParaRPr>
          </a:p>
          <a:p>
            <a:pPr marL="0" marR="0" lvl="0" indent="0" algn="ctr" rtl="0">
              <a:lnSpc>
                <a:spcPct val="93000"/>
              </a:lnSpc>
              <a:spcBef>
                <a:spcPts val="0"/>
              </a:spcBef>
              <a:spcAft>
                <a:spcPts val="0"/>
              </a:spcAft>
              <a:buClr>
                <a:srgbClr val="000000"/>
              </a:buClr>
              <a:buSzPts val="2400"/>
              <a:buFont typeface="Times New Roman"/>
              <a:buNone/>
            </a:pPr>
            <a:r>
              <a:rPr lang="en-US" sz="2400" b="1" i="0" u="none" strike="noStrike" cap="none" dirty="0">
                <a:solidFill>
                  <a:srgbClr val="000000"/>
                </a:solidFill>
                <a:latin typeface="Times New Roman"/>
                <a:ea typeface="Times New Roman"/>
                <a:cs typeface="Times New Roman"/>
                <a:sym typeface="Times New Roman"/>
              </a:rPr>
              <a:t>Mr. Praveen Shinde</a:t>
            </a:r>
            <a:endParaRPr sz="1400" b="0" i="0" u="none" strike="noStrike" cap="none" dirty="0">
              <a:solidFill>
                <a:srgbClr val="000000"/>
              </a:solidFill>
              <a:latin typeface="Arial"/>
              <a:ea typeface="Arial"/>
              <a:cs typeface="Arial"/>
              <a:sym typeface="Arial"/>
            </a:endParaRPr>
          </a:p>
        </p:txBody>
      </p:sp>
      <p:cxnSp>
        <p:nvCxnSpPr>
          <p:cNvPr id="92" name="Google Shape;92;p13"/>
          <p:cNvCxnSpPr/>
          <p:nvPr/>
        </p:nvCxnSpPr>
        <p:spPr>
          <a:xfrm>
            <a:off x="0" y="1743075"/>
            <a:ext cx="10080625" cy="1587"/>
          </a:xfrm>
          <a:prstGeom prst="straightConnector1">
            <a:avLst/>
          </a:prstGeom>
          <a:noFill/>
          <a:ln w="25550" cap="rnd" cmpd="sng">
            <a:solidFill>
              <a:srgbClr val="000000"/>
            </a:solidFill>
            <a:prstDash val="solid"/>
            <a:miter lim="800000"/>
            <a:headEnd type="none" w="sm" len="sm"/>
            <a:tailEnd type="none" w="sm" len="sm"/>
          </a:ln>
          <a:effectLst>
            <a:outerShdw blurRad="63500" dist="12600" dir="5400000">
              <a:srgbClr val="000000">
                <a:alpha val="34117"/>
              </a:srgbClr>
            </a:outerShdw>
          </a:effectLst>
        </p:spPr>
      </p:cxnSp>
      <p:pic>
        <p:nvPicPr>
          <p:cNvPr id="93" name="Google Shape;93;p13"/>
          <p:cNvPicPr preferRelativeResize="0"/>
          <p:nvPr/>
        </p:nvPicPr>
        <p:blipFill rotWithShape="1">
          <a:blip r:embed="rId3">
            <a:alphaModFix/>
          </a:blip>
          <a:srcRect/>
          <a:stretch/>
        </p:blipFill>
        <p:spPr>
          <a:xfrm>
            <a:off x="1079500" y="146050"/>
            <a:ext cx="7686675" cy="15716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p:nvPr/>
        </p:nvSpPr>
        <p:spPr>
          <a:xfrm>
            <a:off x="504825" y="466725"/>
            <a:ext cx="9070975" cy="1057275"/>
          </a:xfrm>
          <a:prstGeom prst="rect">
            <a:avLst/>
          </a:prstGeom>
          <a:noFill/>
          <a:ln>
            <a:noFill/>
          </a:ln>
        </p:spPr>
        <p:txBody>
          <a:bodyPr spcFirstLastPara="1" wrap="square" lIns="0" tIns="31675" rIns="0" bIns="0" anchor="ctr" anchorCtr="0">
            <a:noAutofit/>
          </a:bodyPr>
          <a:lstStyle/>
          <a:p>
            <a:pPr marL="0" marR="0" lvl="0" indent="0" algn="ctr" rtl="0">
              <a:lnSpc>
                <a:spcPct val="93000"/>
              </a:lnSpc>
              <a:spcBef>
                <a:spcPts val="0"/>
              </a:spcBef>
              <a:spcAft>
                <a:spcPts val="0"/>
              </a:spcAft>
              <a:buClr>
                <a:srgbClr val="000000"/>
              </a:buClr>
              <a:buSzPts val="3600"/>
              <a:buFont typeface="Times New Roman"/>
              <a:buNone/>
            </a:pPr>
            <a:r>
              <a:rPr lang="en-US" sz="3600" b="1" i="0" u="none" strike="noStrike" cap="none">
                <a:solidFill>
                  <a:srgbClr val="000000"/>
                </a:solidFill>
                <a:latin typeface="Times New Roman"/>
                <a:ea typeface="Times New Roman"/>
                <a:cs typeface="Times New Roman"/>
                <a:sym typeface="Times New Roman"/>
              </a:rPr>
              <a:t>Outline</a:t>
            </a:r>
            <a:endParaRPr sz="1400" b="0" i="0" u="none" strike="noStrike" cap="none">
              <a:solidFill>
                <a:srgbClr val="000000"/>
              </a:solidFill>
              <a:latin typeface="Arial"/>
              <a:ea typeface="Arial"/>
              <a:cs typeface="Arial"/>
              <a:sym typeface="Arial"/>
            </a:endParaRPr>
          </a:p>
        </p:txBody>
      </p:sp>
      <p:sp>
        <p:nvSpPr>
          <p:cNvPr id="101" name="Google Shape;101;p14"/>
          <p:cNvSpPr txBox="1"/>
          <p:nvPr/>
        </p:nvSpPr>
        <p:spPr>
          <a:xfrm>
            <a:off x="482600" y="1665287"/>
            <a:ext cx="9323387" cy="5578475"/>
          </a:xfrm>
          <a:prstGeom prst="rect">
            <a:avLst/>
          </a:prstGeom>
          <a:noFill/>
          <a:ln>
            <a:noFill/>
          </a:ln>
        </p:spPr>
        <p:txBody>
          <a:bodyPr spcFirstLastPara="1" wrap="square" lIns="0" tIns="21225" rIns="0" bIns="0" anchor="t" anchorCtr="0">
            <a:noAutofit/>
          </a:bodyPr>
          <a:lstStyle/>
          <a:p>
            <a:pPr marL="430212" marR="0" lvl="0" indent="-322262" algn="just" rtl="0">
              <a:lnSpc>
                <a:spcPct val="150000"/>
              </a:lnSpc>
              <a:spcBef>
                <a:spcPts val="0"/>
              </a:spcBef>
              <a:spcAft>
                <a:spcPts val="0"/>
              </a:spcAft>
              <a:buClr>
                <a:srgbClr val="000000"/>
              </a:buClr>
              <a:buSzPts val="2100"/>
              <a:buFont typeface="Noto Sans Symbols"/>
              <a:buChar char="▪"/>
            </a:pPr>
            <a:r>
              <a:rPr lang="en-US" sz="2100" b="0" i="0" u="none" strike="noStrike" cap="none" dirty="0">
                <a:solidFill>
                  <a:srgbClr val="000000"/>
                </a:solidFill>
                <a:latin typeface="Trebuchet MS"/>
                <a:ea typeface="Trebuchet MS"/>
                <a:cs typeface="Trebuchet MS"/>
                <a:sym typeface="Trebuchet MS"/>
              </a:rPr>
              <a:t>Introduction</a:t>
            </a:r>
            <a:endParaRPr sz="1400" b="0" i="0" u="none" strike="noStrike" cap="none" dirty="0">
              <a:solidFill>
                <a:srgbClr val="000000"/>
              </a:solidFill>
              <a:latin typeface="Arial"/>
              <a:ea typeface="Arial"/>
              <a:cs typeface="Arial"/>
              <a:sym typeface="Arial"/>
            </a:endParaRPr>
          </a:p>
          <a:p>
            <a:pPr marL="430212" marR="0" lvl="0" indent="-322262" algn="just" rtl="0">
              <a:lnSpc>
                <a:spcPct val="150000"/>
              </a:lnSpc>
              <a:spcBef>
                <a:spcPts val="0"/>
              </a:spcBef>
              <a:spcAft>
                <a:spcPts val="0"/>
              </a:spcAft>
              <a:buClr>
                <a:srgbClr val="000000"/>
              </a:buClr>
              <a:buSzPts val="2100"/>
              <a:buFont typeface="Noto Sans Symbols"/>
              <a:buChar char="▪"/>
            </a:pPr>
            <a:r>
              <a:rPr lang="en-US" sz="2100" b="0" i="0" u="none" strike="noStrike" cap="none" dirty="0">
                <a:solidFill>
                  <a:srgbClr val="000000"/>
                </a:solidFill>
                <a:latin typeface="Trebuchet MS"/>
                <a:ea typeface="Trebuchet MS"/>
                <a:cs typeface="Trebuchet MS"/>
                <a:sym typeface="Trebuchet MS"/>
              </a:rPr>
              <a:t>Literature Survey of the existing systems</a:t>
            </a:r>
            <a:endParaRPr sz="1400" b="0" i="0" u="none" strike="noStrike" cap="none" dirty="0">
              <a:solidFill>
                <a:srgbClr val="000000"/>
              </a:solidFill>
              <a:latin typeface="Arial"/>
              <a:ea typeface="Arial"/>
              <a:cs typeface="Arial"/>
              <a:sym typeface="Arial"/>
            </a:endParaRPr>
          </a:p>
          <a:p>
            <a:pPr marL="430212" marR="0" lvl="0" indent="-322262" algn="just" rtl="0">
              <a:lnSpc>
                <a:spcPct val="150000"/>
              </a:lnSpc>
              <a:spcBef>
                <a:spcPts val="0"/>
              </a:spcBef>
              <a:spcAft>
                <a:spcPts val="0"/>
              </a:spcAft>
              <a:buClr>
                <a:srgbClr val="000000"/>
              </a:buClr>
              <a:buSzPts val="2100"/>
              <a:buFont typeface="Noto Sans Symbols"/>
              <a:buChar char="▪"/>
            </a:pPr>
            <a:r>
              <a:rPr lang="en-US" sz="2100" b="0" i="0" u="none" strike="noStrike" cap="none" dirty="0">
                <a:solidFill>
                  <a:srgbClr val="000000"/>
                </a:solidFill>
                <a:latin typeface="Trebuchet MS"/>
                <a:ea typeface="Trebuchet MS"/>
                <a:cs typeface="Trebuchet MS"/>
                <a:sym typeface="Trebuchet MS"/>
              </a:rPr>
              <a:t>Limitations of the existing systems</a:t>
            </a:r>
            <a:endParaRPr sz="1400" b="0" i="0" u="none" strike="noStrike" cap="none" dirty="0">
              <a:solidFill>
                <a:srgbClr val="000000"/>
              </a:solidFill>
              <a:latin typeface="Arial"/>
              <a:ea typeface="Arial"/>
              <a:cs typeface="Arial"/>
              <a:sym typeface="Arial"/>
            </a:endParaRPr>
          </a:p>
          <a:p>
            <a:pPr marL="430212" marR="0" lvl="0" indent="-322262" algn="just" rtl="0">
              <a:lnSpc>
                <a:spcPct val="150000"/>
              </a:lnSpc>
              <a:spcBef>
                <a:spcPts val="0"/>
              </a:spcBef>
              <a:spcAft>
                <a:spcPts val="0"/>
              </a:spcAft>
              <a:buClr>
                <a:srgbClr val="000000"/>
              </a:buClr>
              <a:buSzPts val="2100"/>
              <a:buFont typeface="Noto Sans Symbols"/>
              <a:buChar char="▪"/>
            </a:pPr>
            <a:r>
              <a:rPr lang="en-US" sz="2100" b="0" i="0" u="none" strike="noStrike" cap="none" dirty="0">
                <a:solidFill>
                  <a:srgbClr val="000000"/>
                </a:solidFill>
                <a:latin typeface="Trebuchet MS"/>
                <a:ea typeface="Trebuchet MS"/>
                <a:cs typeface="Trebuchet MS"/>
                <a:sym typeface="Trebuchet MS"/>
              </a:rPr>
              <a:t>Problem statement </a:t>
            </a:r>
            <a:endParaRPr sz="1400" b="0" i="0" u="none" strike="noStrike" cap="none" dirty="0">
              <a:solidFill>
                <a:srgbClr val="000000"/>
              </a:solidFill>
              <a:latin typeface="Arial"/>
              <a:ea typeface="Arial"/>
              <a:cs typeface="Arial"/>
              <a:sym typeface="Arial"/>
            </a:endParaRPr>
          </a:p>
          <a:p>
            <a:pPr marL="430212" marR="0" lvl="0" indent="-322262" algn="just" rtl="0">
              <a:lnSpc>
                <a:spcPct val="150000"/>
              </a:lnSpc>
              <a:spcBef>
                <a:spcPts val="0"/>
              </a:spcBef>
              <a:spcAft>
                <a:spcPts val="0"/>
              </a:spcAft>
              <a:buClr>
                <a:srgbClr val="000000"/>
              </a:buClr>
              <a:buSzPts val="2100"/>
              <a:buFont typeface="Noto Sans Symbols"/>
              <a:buChar char="▪"/>
            </a:pPr>
            <a:r>
              <a:rPr lang="en-US" sz="2100" b="0" i="0" u="none" strike="noStrike" cap="none" dirty="0">
                <a:solidFill>
                  <a:srgbClr val="000000"/>
                </a:solidFill>
                <a:latin typeface="Trebuchet MS"/>
                <a:ea typeface="Trebuchet MS"/>
                <a:cs typeface="Trebuchet MS"/>
                <a:sym typeface="Trebuchet MS"/>
              </a:rPr>
              <a:t>System Design</a:t>
            </a:r>
            <a:endParaRPr sz="1400" b="0" i="0" u="none" strike="noStrike" cap="none" dirty="0">
              <a:solidFill>
                <a:srgbClr val="000000"/>
              </a:solidFill>
              <a:latin typeface="Arial"/>
              <a:ea typeface="Arial"/>
              <a:cs typeface="Arial"/>
              <a:sym typeface="Arial"/>
            </a:endParaRPr>
          </a:p>
          <a:p>
            <a:pPr marL="430212" marR="0" lvl="0" indent="-322262" algn="just" rtl="0">
              <a:lnSpc>
                <a:spcPct val="150000"/>
              </a:lnSpc>
              <a:spcBef>
                <a:spcPts val="0"/>
              </a:spcBef>
              <a:spcAft>
                <a:spcPts val="0"/>
              </a:spcAft>
              <a:buClr>
                <a:srgbClr val="000000"/>
              </a:buClr>
              <a:buSzPts val="2100"/>
              <a:buFont typeface="Noto Sans Symbols"/>
              <a:buChar char="▪"/>
            </a:pPr>
            <a:r>
              <a:rPr lang="en-US" sz="2100" b="0" i="0" u="none" strike="noStrike" cap="none" dirty="0">
                <a:solidFill>
                  <a:srgbClr val="000000"/>
                </a:solidFill>
                <a:latin typeface="Trebuchet MS"/>
                <a:ea typeface="Trebuchet MS"/>
                <a:cs typeface="Trebuchet MS"/>
                <a:sym typeface="Trebuchet MS"/>
              </a:rPr>
              <a:t>Technologies and methodologies</a:t>
            </a:r>
            <a:endParaRPr sz="1400" b="0" i="0" u="none" strike="noStrike" cap="none" dirty="0">
              <a:solidFill>
                <a:srgbClr val="000000"/>
              </a:solidFill>
              <a:latin typeface="Arial"/>
              <a:ea typeface="Arial"/>
              <a:cs typeface="Arial"/>
              <a:sym typeface="Arial"/>
            </a:endParaRPr>
          </a:p>
          <a:p>
            <a:pPr marL="430212" marR="0" lvl="0" indent="-322262" algn="just" rtl="0">
              <a:lnSpc>
                <a:spcPct val="150000"/>
              </a:lnSpc>
              <a:spcBef>
                <a:spcPts val="0"/>
              </a:spcBef>
              <a:spcAft>
                <a:spcPts val="0"/>
              </a:spcAft>
              <a:buClr>
                <a:srgbClr val="000000"/>
              </a:buClr>
              <a:buSzPts val="2100"/>
              <a:buFont typeface="Noto Sans Symbols"/>
              <a:buChar char="▪"/>
            </a:pPr>
            <a:r>
              <a:rPr lang="en-US" sz="2100" b="0" i="0" u="none" strike="noStrike" cap="none" dirty="0">
                <a:solidFill>
                  <a:srgbClr val="000000"/>
                </a:solidFill>
                <a:latin typeface="Trebuchet MS"/>
                <a:ea typeface="Trebuchet MS"/>
                <a:cs typeface="Trebuchet MS"/>
                <a:sym typeface="Trebuchet MS"/>
              </a:rPr>
              <a:t>Implementation</a:t>
            </a:r>
            <a:endParaRPr sz="1400" b="0" i="0" u="none" strike="noStrike" cap="none" dirty="0">
              <a:solidFill>
                <a:srgbClr val="000000"/>
              </a:solidFill>
              <a:latin typeface="Arial"/>
              <a:ea typeface="Arial"/>
              <a:cs typeface="Arial"/>
              <a:sym typeface="Arial"/>
            </a:endParaRPr>
          </a:p>
          <a:p>
            <a:pPr marL="430212" marR="0" lvl="0" indent="-322262" algn="just" rtl="0">
              <a:lnSpc>
                <a:spcPct val="150000"/>
              </a:lnSpc>
              <a:spcBef>
                <a:spcPts val="0"/>
              </a:spcBef>
              <a:spcAft>
                <a:spcPts val="0"/>
              </a:spcAft>
              <a:buClr>
                <a:srgbClr val="000000"/>
              </a:buClr>
              <a:buSzPts val="2100"/>
              <a:buFont typeface="Noto Sans Symbols"/>
              <a:buChar char="▪"/>
            </a:pPr>
            <a:r>
              <a:rPr lang="en-US" sz="2100" b="0" i="0" u="none" strike="noStrike" cap="none" dirty="0">
                <a:solidFill>
                  <a:srgbClr val="000000"/>
                </a:solidFill>
                <a:latin typeface="Trebuchet MS"/>
                <a:ea typeface="Trebuchet MS"/>
                <a:cs typeface="Trebuchet MS"/>
                <a:sym typeface="Trebuchet MS"/>
              </a:rPr>
              <a:t>Conclusion </a:t>
            </a:r>
            <a:endParaRPr sz="1400" b="0" i="0" u="none" strike="noStrike" cap="none" dirty="0">
              <a:solidFill>
                <a:srgbClr val="000000"/>
              </a:solidFill>
              <a:latin typeface="Arial"/>
              <a:ea typeface="Arial"/>
              <a:cs typeface="Arial"/>
              <a:sym typeface="Arial"/>
            </a:endParaRPr>
          </a:p>
          <a:p>
            <a:pPr marL="430212" marR="0" lvl="0" indent="-322262" algn="just" rtl="0">
              <a:lnSpc>
                <a:spcPct val="150000"/>
              </a:lnSpc>
              <a:spcBef>
                <a:spcPts val="0"/>
              </a:spcBef>
              <a:spcAft>
                <a:spcPts val="0"/>
              </a:spcAft>
              <a:buClr>
                <a:srgbClr val="000000"/>
              </a:buClr>
              <a:buSzPts val="2100"/>
              <a:buFont typeface="Noto Sans Symbols"/>
              <a:buChar char="▪"/>
            </a:pPr>
            <a:r>
              <a:rPr lang="en-US" sz="2100" b="0" i="0" u="none" strike="noStrike" cap="none" dirty="0">
                <a:solidFill>
                  <a:srgbClr val="000000"/>
                </a:solidFill>
                <a:latin typeface="Trebuchet MS"/>
                <a:ea typeface="Trebuchet MS"/>
                <a:cs typeface="Trebuchet MS"/>
                <a:sym typeface="Trebuchet MS"/>
              </a:rPr>
              <a:t>References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7"/>
        <p:cNvGrpSpPr/>
        <p:nvPr/>
      </p:nvGrpSpPr>
      <p:grpSpPr>
        <a:xfrm>
          <a:off x="0" y="0"/>
          <a:ext cx="0" cy="0"/>
          <a:chOff x="0" y="0"/>
          <a:chExt cx="0" cy="0"/>
        </a:xfrm>
      </p:grpSpPr>
      <p:sp>
        <p:nvSpPr>
          <p:cNvPr id="108" name="Google Shape;108;p15"/>
          <p:cNvSpPr txBox="1"/>
          <p:nvPr/>
        </p:nvSpPr>
        <p:spPr>
          <a:xfrm>
            <a:off x="503237" y="301625"/>
            <a:ext cx="9070975" cy="1262062"/>
          </a:xfrm>
          <a:prstGeom prst="rect">
            <a:avLst/>
          </a:prstGeom>
          <a:noFill/>
          <a:ln>
            <a:noFill/>
          </a:ln>
        </p:spPr>
        <p:txBody>
          <a:bodyPr spcFirstLastPara="1" wrap="square" lIns="0" tIns="31675" rIns="0" bIns="0" anchor="ctr" anchorCtr="0">
            <a:noAutofit/>
          </a:bodyPr>
          <a:lstStyle/>
          <a:p>
            <a:pPr marL="0" marR="0" lvl="0" indent="0" algn="l" rtl="0">
              <a:lnSpc>
                <a:spcPct val="93000"/>
              </a:lnSpc>
              <a:spcBef>
                <a:spcPts val="0"/>
              </a:spcBef>
              <a:spcAft>
                <a:spcPts val="0"/>
              </a:spcAft>
              <a:buClr>
                <a:srgbClr val="000000"/>
              </a:buClr>
              <a:buSzPts val="3600"/>
              <a:buFont typeface="Times New Roman"/>
              <a:buNone/>
            </a:pPr>
            <a:r>
              <a:rPr lang="en-US" sz="3600" b="1" i="0" u="none" strike="noStrike" cap="none">
                <a:solidFill>
                  <a:srgbClr val="000000"/>
                </a:solidFill>
                <a:latin typeface="Times New Roman"/>
                <a:ea typeface="Times New Roman"/>
                <a:cs typeface="Times New Roman"/>
                <a:sym typeface="Times New Roman"/>
              </a:rPr>
              <a:t>Introduction</a:t>
            </a:r>
            <a:endParaRPr sz="1400" b="0" i="0" u="none" strike="noStrike" cap="none">
              <a:solidFill>
                <a:srgbClr val="000000"/>
              </a:solidFill>
              <a:latin typeface="Arial"/>
              <a:ea typeface="Arial"/>
              <a:cs typeface="Arial"/>
              <a:sym typeface="Arial"/>
            </a:endParaRPr>
          </a:p>
        </p:txBody>
      </p:sp>
      <p:sp>
        <p:nvSpPr>
          <p:cNvPr id="109" name="Google Shape;109;p15"/>
          <p:cNvSpPr txBox="1"/>
          <p:nvPr/>
        </p:nvSpPr>
        <p:spPr>
          <a:xfrm>
            <a:off x="412750" y="1116012"/>
            <a:ext cx="9251950" cy="5535612"/>
          </a:xfrm>
          <a:prstGeom prst="rect">
            <a:avLst/>
          </a:prstGeom>
          <a:noFill/>
          <a:ln>
            <a:noFill/>
          </a:ln>
        </p:spPr>
        <p:txBody>
          <a:bodyPr spcFirstLastPara="1" wrap="square" lIns="90000" tIns="46800" rIns="90000" bIns="46800" anchor="t" anchorCtr="0">
            <a:noAutofit/>
          </a:bodyPr>
          <a:lstStyle/>
          <a:p>
            <a:pPr marL="0" marR="0" lvl="0" indent="0" algn="just" rtl="0">
              <a:lnSpc>
                <a:spcPct val="100000"/>
              </a:lnSpc>
              <a:spcBef>
                <a:spcPts val="0"/>
              </a:spcBef>
              <a:spcAft>
                <a:spcPts val="0"/>
              </a:spcAft>
              <a:buClr>
                <a:srgbClr val="000000"/>
              </a:buClr>
              <a:buSzPts val="2400"/>
              <a:buFont typeface="Times New Roman"/>
              <a:buNone/>
            </a:pPr>
            <a:r>
              <a:rPr lang="en-US" sz="2400" b="0" i="0" u="none" strike="noStrike" cap="none">
                <a:solidFill>
                  <a:srgbClr val="000000"/>
                </a:solidFill>
                <a:latin typeface="Times New Roman"/>
                <a:ea typeface="Times New Roman"/>
                <a:cs typeface="Times New Roman"/>
                <a:sym typeface="Times New Roman"/>
              </a:rPr>
              <a:t>The AI Google Review Manager offers businesses a smarter way to manage customer feedback. By scanning a QR code, customers can easily share their reviews, which are then automatically analyzed and categorized using AI. This streamlines the process of managing reviews, helping businesses highlight meaningful and constructive feedback while filtering out negative content.</a:t>
            </a:r>
            <a:endParaRPr sz="2400" b="1" i="0" u="none" strike="noStrike" cap="none">
              <a:solidFill>
                <a:srgbClr val="000000"/>
              </a:solidFill>
              <a:latin typeface="Times New Roman"/>
              <a:ea typeface="Times New Roman"/>
              <a:cs typeface="Times New Roman"/>
              <a:sym typeface="Times New Roman"/>
            </a:endParaRPr>
          </a:p>
          <a:p>
            <a:pPr marL="0" marR="0" lvl="0" indent="0" algn="just" rtl="0">
              <a:lnSpc>
                <a:spcPct val="80000"/>
              </a:lnSpc>
              <a:spcBef>
                <a:spcPts val="900"/>
              </a:spcBef>
              <a:spcAft>
                <a:spcPts val="0"/>
              </a:spcAft>
              <a:buClr>
                <a:srgbClr val="000000"/>
              </a:buClr>
              <a:buSzPts val="3600"/>
              <a:buFont typeface="Times New Roman"/>
              <a:buNone/>
            </a:pPr>
            <a:r>
              <a:rPr lang="en-US" sz="3600" b="1" i="0" u="none" strike="noStrike" cap="none">
                <a:solidFill>
                  <a:srgbClr val="000000"/>
                </a:solidFill>
                <a:latin typeface="Times New Roman"/>
                <a:ea typeface="Times New Roman"/>
                <a:cs typeface="Times New Roman"/>
                <a:sym typeface="Times New Roman"/>
              </a:rPr>
              <a:t>Motivation</a:t>
            </a:r>
            <a:endParaRPr sz="1400" b="0" i="0" u="none" strike="noStrike" cap="none">
              <a:solidFill>
                <a:srgbClr val="000000"/>
              </a:solidFill>
              <a:latin typeface="Arial"/>
              <a:ea typeface="Arial"/>
              <a:cs typeface="Arial"/>
              <a:sym typeface="Arial"/>
            </a:endParaRPr>
          </a:p>
          <a:p>
            <a:pPr marL="0" marR="0" lvl="0" indent="0" algn="just" rtl="0">
              <a:lnSpc>
                <a:spcPct val="115000"/>
              </a:lnSpc>
              <a:spcBef>
                <a:spcPts val="1200"/>
              </a:spcBef>
              <a:spcAft>
                <a:spcPts val="1200"/>
              </a:spcAft>
              <a:buClr>
                <a:schemeClr val="dk1"/>
              </a:buClr>
              <a:buSzPts val="1100"/>
              <a:buFont typeface="Arial"/>
              <a:buNone/>
            </a:pPr>
            <a:r>
              <a:rPr lang="en-US" sz="2400" b="0" i="0" u="none" strike="noStrike" cap="none">
                <a:solidFill>
                  <a:srgbClr val="000000"/>
                </a:solidFill>
                <a:latin typeface="Times New Roman"/>
                <a:ea typeface="Times New Roman"/>
                <a:cs typeface="Times New Roman"/>
                <a:sym typeface="Times New Roman"/>
              </a:rPr>
              <a:t>Handling customer reviews can be overwhelming, especially when sorting through large volumes of feedback and dealing with negative comments that can harm a brand’s reputation. The AI Google Review Manager addresses these challenges by automating the analysis and filtering process. It ensures businesses showcase high-quality reviews, gain valuable insights from customer feedback, and maintain a strong brand reputation with minimal effort.</a:t>
            </a:r>
            <a:endParaRPr sz="24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5"/>
        <p:cNvGrpSpPr/>
        <p:nvPr/>
      </p:nvGrpSpPr>
      <p:grpSpPr>
        <a:xfrm>
          <a:off x="0" y="0"/>
          <a:ext cx="0" cy="0"/>
          <a:chOff x="0" y="0"/>
          <a:chExt cx="0" cy="0"/>
        </a:xfrm>
      </p:grpSpPr>
      <p:sp>
        <p:nvSpPr>
          <p:cNvPr id="116" name="Google Shape;116;p16"/>
          <p:cNvSpPr txBox="1"/>
          <p:nvPr/>
        </p:nvSpPr>
        <p:spPr>
          <a:xfrm>
            <a:off x="503237" y="301625"/>
            <a:ext cx="9070975" cy="126206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117" name="Google Shape;117;p16"/>
          <p:cNvSpPr txBox="1"/>
          <p:nvPr/>
        </p:nvSpPr>
        <p:spPr>
          <a:xfrm>
            <a:off x="349250" y="466725"/>
            <a:ext cx="9251950" cy="6913562"/>
          </a:xfrm>
          <a:prstGeom prst="rect">
            <a:avLst/>
          </a:prstGeom>
          <a:noFill/>
          <a:ln>
            <a:noFill/>
          </a:ln>
        </p:spPr>
        <p:txBody>
          <a:bodyPr spcFirstLastPara="1" wrap="square" lIns="90000" tIns="46800" rIns="90000" bIns="46800" anchor="t" anchorCtr="0">
            <a:noAutofit/>
          </a:bodyPr>
          <a:lstStyle/>
          <a:p>
            <a:pPr marL="0" marR="0" lvl="0" indent="0" algn="just" rtl="0">
              <a:lnSpc>
                <a:spcPct val="80000"/>
              </a:lnSpc>
              <a:spcBef>
                <a:spcPts val="0"/>
              </a:spcBef>
              <a:spcAft>
                <a:spcPts val="0"/>
              </a:spcAft>
              <a:buClr>
                <a:srgbClr val="000000"/>
              </a:buClr>
              <a:buSzPts val="3600"/>
              <a:buFont typeface="Times New Roman"/>
              <a:buNone/>
            </a:pPr>
            <a:r>
              <a:rPr lang="en-US" sz="3600" b="1" i="0" u="none" strike="noStrike" cap="none" dirty="0">
                <a:solidFill>
                  <a:srgbClr val="000000"/>
                </a:solidFill>
                <a:latin typeface="Times New Roman"/>
                <a:ea typeface="Times New Roman"/>
                <a:cs typeface="Times New Roman"/>
                <a:sym typeface="Times New Roman"/>
              </a:rPr>
              <a:t>Objectives</a:t>
            </a:r>
            <a:endParaRPr sz="1400" b="0" i="0" u="none" strike="noStrike" cap="none" dirty="0">
              <a:solidFill>
                <a:srgbClr val="000000"/>
              </a:solidFill>
              <a:latin typeface="Arial"/>
              <a:ea typeface="Arial"/>
              <a:cs typeface="Arial"/>
              <a:sym typeface="Arial"/>
            </a:endParaRPr>
          </a:p>
          <a:p>
            <a:pPr marL="0" marR="0" lvl="0" indent="0" algn="just" rtl="0">
              <a:lnSpc>
                <a:spcPct val="80000"/>
              </a:lnSpc>
              <a:spcBef>
                <a:spcPts val="500"/>
              </a:spcBef>
              <a:spcAft>
                <a:spcPts val="0"/>
              </a:spcAft>
              <a:buClr>
                <a:schemeClr val="lt1"/>
              </a:buClr>
              <a:buSzPts val="2100"/>
              <a:buFont typeface="Trebuchet MS"/>
              <a:buNone/>
            </a:pPr>
            <a:endParaRPr sz="2100" b="0" i="0" u="none" strike="noStrike" cap="none" dirty="0">
              <a:solidFill>
                <a:srgbClr val="000000"/>
              </a:solidFill>
              <a:latin typeface="Arial"/>
              <a:ea typeface="Arial"/>
              <a:cs typeface="Arial"/>
              <a:sym typeface="Arial"/>
            </a:endParaRPr>
          </a:p>
          <a:p>
            <a:pPr marL="457200" marR="0" lvl="0" indent="-381000" algn="just" rtl="0">
              <a:lnSpc>
                <a:spcPct val="80000"/>
              </a:lnSpc>
              <a:spcBef>
                <a:spcPts val="500"/>
              </a:spcBef>
              <a:spcAft>
                <a:spcPts val="0"/>
              </a:spcAft>
              <a:buClr>
                <a:schemeClr val="dk1"/>
              </a:buClr>
              <a:buSzPts val="2400"/>
              <a:buFont typeface="Arial"/>
              <a:buChar char="•"/>
            </a:pPr>
            <a:r>
              <a:rPr lang="en-US" sz="2400" i="0" u="none" strike="noStrike" cap="none" dirty="0">
                <a:solidFill>
                  <a:schemeClr val="dk1"/>
                </a:solidFill>
                <a:latin typeface="Times New Roman"/>
                <a:ea typeface="Times New Roman"/>
                <a:cs typeface="Times New Roman"/>
                <a:sym typeface="Times New Roman"/>
              </a:rPr>
              <a:t>To improve review management efficiency by automating the analysis and classification of customer feedback using an NLP-based sentiment analysis model trained on a Kaggle dataset.</a:t>
            </a:r>
          </a:p>
          <a:p>
            <a:pPr marL="800100" marR="0" lvl="0" indent="-190500" algn="just" rtl="0">
              <a:lnSpc>
                <a:spcPct val="80000"/>
              </a:lnSpc>
              <a:spcBef>
                <a:spcPts val="500"/>
              </a:spcBef>
              <a:spcAft>
                <a:spcPts val="0"/>
              </a:spcAft>
              <a:buClr>
                <a:srgbClr val="000000"/>
              </a:buClr>
              <a:buSzPts val="2400"/>
              <a:buFont typeface="Arial"/>
              <a:buNone/>
            </a:pPr>
            <a:endParaRPr sz="2400" b="0" i="0" u="none" strike="noStrike" cap="none" dirty="0">
              <a:solidFill>
                <a:srgbClr val="000000"/>
              </a:solidFill>
              <a:latin typeface="Times New Roman"/>
              <a:ea typeface="Times New Roman"/>
              <a:cs typeface="Times New Roman"/>
              <a:sym typeface="Times New Roman"/>
            </a:endParaRPr>
          </a:p>
          <a:p>
            <a:pPr marL="457200" marR="0" lvl="0" indent="-381000" algn="just" rtl="0">
              <a:lnSpc>
                <a:spcPct val="80000"/>
              </a:lnSpc>
              <a:spcBef>
                <a:spcPts val="500"/>
              </a:spcBef>
              <a:spcAft>
                <a:spcPts val="0"/>
              </a:spcAft>
              <a:buClr>
                <a:schemeClr val="dk1"/>
              </a:buClr>
              <a:buSzPts val="2400"/>
              <a:buFont typeface="Arial"/>
              <a:buChar char="•"/>
            </a:pPr>
            <a:r>
              <a:rPr lang="en-US" sz="2400" i="0" u="none" strike="noStrike" cap="none" dirty="0">
                <a:solidFill>
                  <a:schemeClr val="dk1"/>
                </a:solidFill>
                <a:latin typeface="Times New Roman"/>
                <a:ea typeface="Times New Roman"/>
                <a:cs typeface="Times New Roman"/>
                <a:sym typeface="Times New Roman"/>
              </a:rPr>
              <a:t>To enhance review quality by ensuring only positive and constructive feedback is published using a sentiment analysis model.</a:t>
            </a:r>
            <a:endParaRPr sz="2400" i="0" u="none" strike="noStrike" cap="none" dirty="0">
              <a:solidFill>
                <a:srgbClr val="000000"/>
              </a:solidFill>
              <a:latin typeface="Times New Roman"/>
              <a:ea typeface="Times New Roman"/>
              <a:cs typeface="Times New Roman"/>
              <a:sym typeface="Times New Roman"/>
            </a:endParaRPr>
          </a:p>
          <a:p>
            <a:pPr marL="800100" marR="0" lvl="0" indent="-190500" algn="just" rtl="0">
              <a:lnSpc>
                <a:spcPct val="80000"/>
              </a:lnSpc>
              <a:spcBef>
                <a:spcPts val="500"/>
              </a:spcBef>
              <a:spcAft>
                <a:spcPts val="0"/>
              </a:spcAft>
              <a:buClr>
                <a:srgbClr val="000000"/>
              </a:buClr>
              <a:buSzPts val="2400"/>
              <a:buFont typeface="Arial"/>
              <a:buNone/>
            </a:pPr>
            <a:endParaRPr sz="2400" i="0" u="none" strike="noStrike" cap="none" dirty="0">
              <a:solidFill>
                <a:srgbClr val="000000"/>
              </a:solidFill>
              <a:latin typeface="Times New Roman"/>
              <a:ea typeface="Times New Roman"/>
              <a:cs typeface="Times New Roman"/>
              <a:sym typeface="Times New Roman"/>
            </a:endParaRPr>
          </a:p>
          <a:p>
            <a:pPr marL="457200" marR="0" lvl="0" indent="-381000" algn="just" rtl="0">
              <a:lnSpc>
                <a:spcPct val="80000"/>
              </a:lnSpc>
              <a:spcBef>
                <a:spcPts val="500"/>
              </a:spcBef>
              <a:spcAft>
                <a:spcPts val="0"/>
              </a:spcAft>
              <a:buClr>
                <a:schemeClr val="dk1"/>
              </a:buClr>
              <a:buSzPts val="2400"/>
              <a:buFont typeface="Arial"/>
              <a:buChar char="•"/>
            </a:pPr>
            <a:r>
              <a:rPr lang="en-US" sz="2400" i="0" u="none" strike="noStrike" cap="none" dirty="0">
                <a:solidFill>
                  <a:schemeClr val="dk1"/>
                </a:solidFill>
                <a:latin typeface="Times New Roman"/>
                <a:ea typeface="Times New Roman"/>
                <a:cs typeface="Times New Roman"/>
                <a:sym typeface="Times New Roman"/>
              </a:rPr>
              <a:t>To facilitate insightful analysis by visualizing customer feedback through a comprehensive dashboard using ReactJS and Tailwind CSS.</a:t>
            </a:r>
          </a:p>
          <a:p>
            <a:pPr marL="800100" marR="0" lvl="0" indent="-190500" algn="just" rtl="0">
              <a:lnSpc>
                <a:spcPct val="80000"/>
              </a:lnSpc>
              <a:spcBef>
                <a:spcPts val="500"/>
              </a:spcBef>
              <a:spcAft>
                <a:spcPts val="0"/>
              </a:spcAft>
              <a:buClr>
                <a:srgbClr val="000000"/>
              </a:buClr>
              <a:buSzPts val="2400"/>
              <a:buFont typeface="Arial"/>
              <a:buNone/>
            </a:pPr>
            <a:endParaRPr sz="2400" i="0" u="none" strike="noStrike" cap="none" dirty="0">
              <a:solidFill>
                <a:srgbClr val="000000"/>
              </a:solidFill>
              <a:latin typeface="Times New Roman"/>
              <a:ea typeface="Times New Roman"/>
              <a:cs typeface="Times New Roman"/>
              <a:sym typeface="Times New Roman"/>
            </a:endParaRPr>
          </a:p>
          <a:p>
            <a:pPr marL="457200" marR="0" lvl="0" indent="-381000" algn="just" rtl="0">
              <a:lnSpc>
                <a:spcPct val="80000"/>
              </a:lnSpc>
              <a:spcBef>
                <a:spcPts val="500"/>
              </a:spcBef>
              <a:spcAft>
                <a:spcPts val="0"/>
              </a:spcAft>
              <a:buClr>
                <a:schemeClr val="dk1"/>
              </a:buClr>
              <a:buSzPts val="2400"/>
              <a:buFont typeface="Arial"/>
              <a:buChar char="•"/>
            </a:pPr>
            <a:r>
              <a:rPr lang="en-US" sz="2400" i="0" u="none" strike="noStrike" cap="none" dirty="0">
                <a:solidFill>
                  <a:schemeClr val="dk1"/>
                </a:solidFill>
                <a:latin typeface="Times New Roman"/>
                <a:ea typeface="Times New Roman"/>
                <a:cs typeface="Times New Roman"/>
                <a:sym typeface="Times New Roman"/>
              </a:rPr>
              <a:t>To protect brand reputation by automatically filtering toxic and harmful reviews using NLP-based toxicity detection.</a:t>
            </a:r>
            <a:endParaRPr sz="240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graphicFrame>
        <p:nvGraphicFramePr>
          <p:cNvPr id="130" name="Google Shape;130;p18"/>
          <p:cNvGraphicFramePr/>
          <p:nvPr>
            <p:extLst>
              <p:ext uri="{D42A27DB-BD31-4B8C-83A1-F6EECF244321}">
                <p14:modId xmlns:p14="http://schemas.microsoft.com/office/powerpoint/2010/main" val="3400971721"/>
              </p:ext>
            </p:extLst>
          </p:nvPr>
        </p:nvGraphicFramePr>
        <p:xfrm>
          <a:off x="0" y="635000"/>
          <a:ext cx="10080575" cy="6921475"/>
        </p:xfrm>
        <a:graphic>
          <a:graphicData uri="http://schemas.openxmlformats.org/drawingml/2006/table">
            <a:tbl>
              <a:tblPr>
                <a:noFill/>
                <a:tableStyleId>{FCE3C61E-D263-43CF-9915-1912655C6997}</a:tableStyleId>
              </a:tblPr>
              <a:tblGrid>
                <a:gridCol w="644525">
                  <a:extLst>
                    <a:ext uri="{9D8B030D-6E8A-4147-A177-3AD203B41FA5}">
                      <a16:colId xmlns:a16="http://schemas.microsoft.com/office/drawing/2014/main" val="20000"/>
                    </a:ext>
                  </a:extLst>
                </a:gridCol>
                <a:gridCol w="1346200">
                  <a:extLst>
                    <a:ext uri="{9D8B030D-6E8A-4147-A177-3AD203B41FA5}">
                      <a16:colId xmlns:a16="http://schemas.microsoft.com/office/drawing/2014/main" val="20001"/>
                    </a:ext>
                  </a:extLst>
                </a:gridCol>
                <a:gridCol w="1325550">
                  <a:extLst>
                    <a:ext uri="{9D8B030D-6E8A-4147-A177-3AD203B41FA5}">
                      <a16:colId xmlns:a16="http://schemas.microsoft.com/office/drawing/2014/main" val="20002"/>
                    </a:ext>
                  </a:extLst>
                </a:gridCol>
                <a:gridCol w="1022350">
                  <a:extLst>
                    <a:ext uri="{9D8B030D-6E8A-4147-A177-3AD203B41FA5}">
                      <a16:colId xmlns:a16="http://schemas.microsoft.com/office/drawing/2014/main" val="20003"/>
                    </a:ext>
                  </a:extLst>
                </a:gridCol>
                <a:gridCol w="1900225">
                  <a:extLst>
                    <a:ext uri="{9D8B030D-6E8A-4147-A177-3AD203B41FA5}">
                      <a16:colId xmlns:a16="http://schemas.microsoft.com/office/drawing/2014/main" val="20004"/>
                    </a:ext>
                  </a:extLst>
                </a:gridCol>
                <a:gridCol w="2239950">
                  <a:extLst>
                    <a:ext uri="{9D8B030D-6E8A-4147-A177-3AD203B41FA5}">
                      <a16:colId xmlns:a16="http://schemas.microsoft.com/office/drawing/2014/main" val="20005"/>
                    </a:ext>
                  </a:extLst>
                </a:gridCol>
                <a:gridCol w="1601775">
                  <a:extLst>
                    <a:ext uri="{9D8B030D-6E8A-4147-A177-3AD203B41FA5}">
                      <a16:colId xmlns:a16="http://schemas.microsoft.com/office/drawing/2014/main" val="20006"/>
                    </a:ext>
                  </a:extLst>
                </a:gridCol>
              </a:tblGrid>
              <a:tr h="989000">
                <a:tc>
                  <a:txBody>
                    <a:bodyPr/>
                    <a:lstStyle/>
                    <a:p>
                      <a:pPr marL="92075" marR="0" lvl="0" indent="0" algn="l" rtl="0">
                        <a:lnSpc>
                          <a:spcPct val="97000"/>
                        </a:lnSpc>
                        <a:spcBef>
                          <a:spcPts val="0"/>
                        </a:spcBef>
                        <a:spcAft>
                          <a:spcPts val="0"/>
                        </a:spcAft>
                        <a:buClr>
                          <a:srgbClr val="FFFFFF"/>
                        </a:buClr>
                        <a:buSzPts val="1600"/>
                        <a:buFont typeface="Trebuchet MS"/>
                        <a:buNone/>
                      </a:pPr>
                      <a:r>
                        <a:rPr lang="en-US" sz="1600" b="1" i="0" u="none" strike="noStrike" cap="none">
                          <a:solidFill>
                            <a:srgbClr val="FFFFFF"/>
                          </a:solidFill>
                          <a:latin typeface="Trebuchet MS"/>
                          <a:ea typeface="Trebuchet MS"/>
                          <a:cs typeface="Trebuchet MS"/>
                          <a:sym typeface="Trebuchet MS"/>
                        </a:rPr>
                        <a:t>SR. NO</a:t>
                      </a:r>
                      <a:endParaRPr sz="1400" u="none" strike="noStrike" cap="none"/>
                    </a:p>
                  </a:txBody>
                  <a:tcPr marL="0" marR="0" marT="27000"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18700" cap="flat" cmpd="sng">
                      <a:solidFill>
                        <a:srgbClr val="FFFFFF"/>
                      </a:solidFill>
                      <a:prstDash val="solid"/>
                      <a:round/>
                      <a:headEnd type="none" w="sm" len="sm"/>
                      <a:tailEnd type="none" w="sm" len="sm"/>
                    </a:lnT>
                    <a:lnB w="56875" cap="flat" cmpd="sng">
                      <a:solidFill>
                        <a:srgbClr val="FFFFFF"/>
                      </a:solidFill>
                      <a:prstDash val="solid"/>
                      <a:round/>
                      <a:headEnd type="none" w="sm" len="sm"/>
                      <a:tailEnd type="none" w="sm" len="sm"/>
                    </a:lnB>
                    <a:solidFill>
                      <a:srgbClr val="5FC9ED"/>
                    </a:solidFill>
                  </a:tcPr>
                </a:tc>
                <a:tc>
                  <a:txBody>
                    <a:bodyPr/>
                    <a:lstStyle/>
                    <a:p>
                      <a:pPr marL="92075" marR="0" lvl="0" indent="0" algn="l" rtl="0">
                        <a:lnSpc>
                          <a:spcPct val="97000"/>
                        </a:lnSpc>
                        <a:spcBef>
                          <a:spcPts val="0"/>
                        </a:spcBef>
                        <a:spcAft>
                          <a:spcPts val="0"/>
                        </a:spcAft>
                        <a:buClr>
                          <a:srgbClr val="FFFFFF"/>
                        </a:buClr>
                        <a:buSzPts val="1600"/>
                        <a:buFont typeface="Trebuchet MS"/>
                        <a:buNone/>
                      </a:pPr>
                      <a:r>
                        <a:rPr lang="en-US" sz="1600" b="1" i="0" u="none" strike="noStrike" cap="none">
                          <a:solidFill>
                            <a:srgbClr val="FFFFFF"/>
                          </a:solidFill>
                          <a:latin typeface="Trebuchet MS"/>
                          <a:ea typeface="Trebuchet MS"/>
                          <a:cs typeface="Trebuchet MS"/>
                          <a:sym typeface="Trebuchet MS"/>
                        </a:rPr>
                        <a:t>TITLE</a:t>
                      </a:r>
                      <a:endParaRPr sz="1400" u="none" strike="noStrike" cap="none"/>
                    </a:p>
                  </a:txBody>
                  <a:tcPr marL="0" marR="0" marT="45000"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18700" cap="flat" cmpd="sng">
                      <a:solidFill>
                        <a:srgbClr val="FFFFFF"/>
                      </a:solidFill>
                      <a:prstDash val="solid"/>
                      <a:round/>
                      <a:headEnd type="none" w="sm" len="sm"/>
                      <a:tailEnd type="none" w="sm" len="sm"/>
                    </a:lnT>
                    <a:lnB w="56875" cap="flat" cmpd="sng">
                      <a:solidFill>
                        <a:srgbClr val="FFFFFF"/>
                      </a:solidFill>
                      <a:prstDash val="solid"/>
                      <a:round/>
                      <a:headEnd type="none" w="sm" len="sm"/>
                      <a:tailEnd type="none" w="sm" len="sm"/>
                    </a:lnB>
                    <a:solidFill>
                      <a:srgbClr val="5FC9ED"/>
                    </a:solidFill>
                  </a:tcPr>
                </a:tc>
                <a:tc>
                  <a:txBody>
                    <a:bodyPr/>
                    <a:lstStyle/>
                    <a:p>
                      <a:pPr marL="93662" marR="0" lvl="0" indent="0" algn="l" rtl="0">
                        <a:lnSpc>
                          <a:spcPct val="97000"/>
                        </a:lnSpc>
                        <a:spcBef>
                          <a:spcPts val="0"/>
                        </a:spcBef>
                        <a:spcAft>
                          <a:spcPts val="0"/>
                        </a:spcAft>
                        <a:buClr>
                          <a:srgbClr val="FFFFFF"/>
                        </a:buClr>
                        <a:buSzPts val="1600"/>
                        <a:buFont typeface="Trebuchet MS"/>
                        <a:buNone/>
                      </a:pPr>
                      <a:r>
                        <a:rPr lang="en-US" sz="1600" b="1" i="0" u="none" strike="noStrike" cap="none">
                          <a:solidFill>
                            <a:srgbClr val="FFFFFF"/>
                          </a:solidFill>
                          <a:latin typeface="Trebuchet MS"/>
                          <a:ea typeface="Trebuchet MS"/>
                          <a:cs typeface="Trebuchet MS"/>
                          <a:sym typeface="Trebuchet MS"/>
                        </a:rPr>
                        <a:t>AUTHOR</a:t>
                      </a:r>
                      <a:endParaRPr sz="1400" u="none" strike="noStrike" cap="none"/>
                    </a:p>
                  </a:txBody>
                  <a:tcPr marL="0" marR="0" marT="45000"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18700" cap="flat" cmpd="sng">
                      <a:solidFill>
                        <a:srgbClr val="FFFFFF"/>
                      </a:solidFill>
                      <a:prstDash val="solid"/>
                      <a:round/>
                      <a:headEnd type="none" w="sm" len="sm"/>
                      <a:tailEnd type="none" w="sm" len="sm"/>
                    </a:lnT>
                    <a:lnB w="56875" cap="flat" cmpd="sng">
                      <a:solidFill>
                        <a:srgbClr val="FFFFFF"/>
                      </a:solidFill>
                      <a:prstDash val="solid"/>
                      <a:round/>
                      <a:headEnd type="none" w="sm" len="sm"/>
                      <a:tailEnd type="none" w="sm" len="sm"/>
                    </a:lnB>
                    <a:solidFill>
                      <a:srgbClr val="5FC9ED"/>
                    </a:solidFill>
                  </a:tcPr>
                </a:tc>
                <a:tc>
                  <a:txBody>
                    <a:bodyPr/>
                    <a:lstStyle/>
                    <a:p>
                      <a:pPr marL="95250" marR="0" lvl="0" indent="0" algn="l" rtl="0">
                        <a:lnSpc>
                          <a:spcPct val="97000"/>
                        </a:lnSpc>
                        <a:spcBef>
                          <a:spcPts val="0"/>
                        </a:spcBef>
                        <a:spcAft>
                          <a:spcPts val="0"/>
                        </a:spcAft>
                        <a:buClr>
                          <a:srgbClr val="FFFFFF"/>
                        </a:buClr>
                        <a:buSzPts val="1600"/>
                        <a:buFont typeface="Trebuchet MS"/>
                        <a:buNone/>
                      </a:pPr>
                      <a:r>
                        <a:rPr lang="en-US" sz="1600" b="1" i="0" u="none" strike="noStrike" cap="none">
                          <a:solidFill>
                            <a:srgbClr val="FFFFFF"/>
                          </a:solidFill>
                          <a:latin typeface="Trebuchet MS"/>
                          <a:ea typeface="Trebuchet MS"/>
                          <a:cs typeface="Trebuchet MS"/>
                          <a:sym typeface="Trebuchet MS"/>
                        </a:rPr>
                        <a:t>YEAR</a:t>
                      </a:r>
                      <a:endParaRPr sz="1400" u="none" strike="noStrike" cap="none"/>
                    </a:p>
                  </a:txBody>
                  <a:tcPr marL="0" marR="0" marT="45000"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18700" cap="flat" cmpd="sng">
                      <a:solidFill>
                        <a:srgbClr val="FFFFFF"/>
                      </a:solidFill>
                      <a:prstDash val="solid"/>
                      <a:round/>
                      <a:headEnd type="none" w="sm" len="sm"/>
                      <a:tailEnd type="none" w="sm" len="sm"/>
                    </a:lnT>
                    <a:lnB w="56875" cap="flat" cmpd="sng">
                      <a:solidFill>
                        <a:srgbClr val="FFFFFF"/>
                      </a:solidFill>
                      <a:prstDash val="solid"/>
                      <a:round/>
                      <a:headEnd type="none" w="sm" len="sm"/>
                      <a:tailEnd type="none" w="sm" len="sm"/>
                    </a:lnB>
                    <a:solidFill>
                      <a:srgbClr val="5FC9ED"/>
                    </a:solidFill>
                  </a:tcPr>
                </a:tc>
                <a:tc>
                  <a:txBody>
                    <a:bodyPr/>
                    <a:lstStyle/>
                    <a:p>
                      <a:pPr marL="96837" marR="0" lvl="0" indent="0" algn="l" rtl="0">
                        <a:lnSpc>
                          <a:spcPct val="97000"/>
                        </a:lnSpc>
                        <a:spcBef>
                          <a:spcPts val="0"/>
                        </a:spcBef>
                        <a:spcAft>
                          <a:spcPts val="0"/>
                        </a:spcAft>
                        <a:buClr>
                          <a:srgbClr val="FFFFFF"/>
                        </a:buClr>
                        <a:buSzPts val="1600"/>
                        <a:buFont typeface="Trebuchet MS"/>
                        <a:buNone/>
                      </a:pPr>
                      <a:r>
                        <a:rPr lang="en-US" sz="1600" b="1" i="0" u="none" strike="noStrike" cap="none">
                          <a:solidFill>
                            <a:srgbClr val="FFFFFF"/>
                          </a:solidFill>
                          <a:latin typeface="Trebuchet MS"/>
                          <a:ea typeface="Trebuchet MS"/>
                          <a:cs typeface="Trebuchet MS"/>
                          <a:sym typeface="Trebuchet MS"/>
                        </a:rPr>
                        <a:t>OUTCOMES</a:t>
                      </a:r>
                      <a:endParaRPr sz="1400" u="none" strike="noStrike" cap="none"/>
                    </a:p>
                  </a:txBody>
                  <a:tcPr marL="0" marR="0" marT="45000"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18700" cap="flat" cmpd="sng">
                      <a:solidFill>
                        <a:srgbClr val="FFFFFF"/>
                      </a:solidFill>
                      <a:prstDash val="solid"/>
                      <a:round/>
                      <a:headEnd type="none" w="sm" len="sm"/>
                      <a:tailEnd type="none" w="sm" len="sm"/>
                    </a:lnT>
                    <a:lnB w="56875" cap="flat" cmpd="sng">
                      <a:solidFill>
                        <a:srgbClr val="FFFFFF"/>
                      </a:solidFill>
                      <a:prstDash val="solid"/>
                      <a:round/>
                      <a:headEnd type="none" w="sm" len="sm"/>
                      <a:tailEnd type="none" w="sm" len="sm"/>
                    </a:lnB>
                    <a:solidFill>
                      <a:srgbClr val="5FC9ED"/>
                    </a:solidFill>
                  </a:tcPr>
                </a:tc>
                <a:tc>
                  <a:txBody>
                    <a:bodyPr/>
                    <a:lstStyle/>
                    <a:p>
                      <a:pPr marL="98425" marR="0" lvl="0" indent="0" algn="l" rtl="0">
                        <a:lnSpc>
                          <a:spcPct val="97000"/>
                        </a:lnSpc>
                        <a:spcBef>
                          <a:spcPts val="0"/>
                        </a:spcBef>
                        <a:spcAft>
                          <a:spcPts val="0"/>
                        </a:spcAft>
                        <a:buClr>
                          <a:srgbClr val="FFFFFF"/>
                        </a:buClr>
                        <a:buSzPts val="1600"/>
                        <a:buFont typeface="Trebuchet MS"/>
                        <a:buNone/>
                      </a:pPr>
                      <a:r>
                        <a:rPr lang="en-US" sz="1600" b="1" i="0" u="none" strike="noStrike" cap="none">
                          <a:solidFill>
                            <a:srgbClr val="FFFFFF"/>
                          </a:solidFill>
                          <a:latin typeface="Trebuchet MS"/>
                          <a:ea typeface="Trebuchet MS"/>
                          <a:cs typeface="Trebuchet MS"/>
                          <a:sym typeface="Trebuchet MS"/>
                        </a:rPr>
                        <a:t>METHODOLOGY</a:t>
                      </a:r>
                      <a:endParaRPr sz="1400" u="none" strike="noStrike" cap="none"/>
                    </a:p>
                  </a:txBody>
                  <a:tcPr marL="0" marR="0" marT="45000"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18700" cap="flat" cmpd="sng">
                      <a:solidFill>
                        <a:srgbClr val="FFFFFF"/>
                      </a:solidFill>
                      <a:prstDash val="solid"/>
                      <a:round/>
                      <a:headEnd type="none" w="sm" len="sm"/>
                      <a:tailEnd type="none" w="sm" len="sm"/>
                    </a:lnT>
                    <a:lnB w="56875" cap="flat" cmpd="sng">
                      <a:solidFill>
                        <a:srgbClr val="FFFFFF"/>
                      </a:solidFill>
                      <a:prstDash val="solid"/>
                      <a:round/>
                      <a:headEnd type="none" w="sm" len="sm"/>
                      <a:tailEnd type="none" w="sm" len="sm"/>
                    </a:lnB>
                    <a:solidFill>
                      <a:srgbClr val="5FC9ED"/>
                    </a:solidFill>
                  </a:tcPr>
                </a:tc>
                <a:tc>
                  <a:txBody>
                    <a:bodyPr/>
                    <a:lstStyle/>
                    <a:p>
                      <a:pPr marL="100012" marR="0" lvl="0" indent="0" algn="l" rtl="0">
                        <a:lnSpc>
                          <a:spcPct val="97000"/>
                        </a:lnSpc>
                        <a:spcBef>
                          <a:spcPts val="0"/>
                        </a:spcBef>
                        <a:spcAft>
                          <a:spcPts val="0"/>
                        </a:spcAft>
                        <a:buClr>
                          <a:srgbClr val="FFFFFF"/>
                        </a:buClr>
                        <a:buSzPts val="1600"/>
                        <a:buFont typeface="Trebuchet MS"/>
                        <a:buNone/>
                      </a:pPr>
                      <a:r>
                        <a:rPr lang="en-US" sz="1600" b="1" i="0" u="none" strike="noStrike" cap="none">
                          <a:solidFill>
                            <a:srgbClr val="FFFFFF"/>
                          </a:solidFill>
                          <a:latin typeface="Trebuchet MS"/>
                          <a:ea typeface="Trebuchet MS"/>
                          <a:cs typeface="Trebuchet MS"/>
                          <a:sym typeface="Trebuchet MS"/>
                        </a:rPr>
                        <a:t>RESULT</a:t>
                      </a:r>
                      <a:endParaRPr sz="1400" u="none" strike="noStrike" cap="none"/>
                    </a:p>
                  </a:txBody>
                  <a:tcPr marL="0" marR="0" marT="45000"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18700" cap="flat" cmpd="sng">
                      <a:solidFill>
                        <a:srgbClr val="FFFFFF"/>
                      </a:solidFill>
                      <a:prstDash val="solid"/>
                      <a:round/>
                      <a:headEnd type="none" w="sm" len="sm"/>
                      <a:tailEnd type="none" w="sm" len="sm"/>
                    </a:lnT>
                    <a:lnB w="56875" cap="flat" cmpd="sng">
                      <a:solidFill>
                        <a:srgbClr val="FFFFFF"/>
                      </a:solidFill>
                      <a:prstDash val="solid"/>
                      <a:round/>
                      <a:headEnd type="none" w="sm" len="sm"/>
                      <a:tailEnd type="none" w="sm" len="sm"/>
                    </a:lnB>
                    <a:solidFill>
                      <a:srgbClr val="5FC9ED"/>
                    </a:solidFill>
                  </a:tcPr>
                </a:tc>
                <a:extLst>
                  <a:ext uri="{0D108BD9-81ED-4DB2-BD59-A6C34878D82A}">
                    <a16:rowId xmlns:a16="http://schemas.microsoft.com/office/drawing/2014/main" val="10000"/>
                  </a:ext>
                </a:extLst>
              </a:tr>
              <a:tr h="5932475">
                <a:tc>
                  <a:txBody>
                    <a:bodyPr/>
                    <a:lstStyle/>
                    <a:p>
                      <a:pPr marL="92075" marR="0" lvl="0" indent="0" algn="l" rtl="0">
                        <a:lnSpc>
                          <a:spcPct val="97000"/>
                        </a:lnSpc>
                        <a:spcBef>
                          <a:spcPts val="0"/>
                        </a:spcBef>
                        <a:spcAft>
                          <a:spcPts val="0"/>
                        </a:spcAft>
                        <a:buClr>
                          <a:srgbClr val="000000"/>
                        </a:buClr>
                        <a:buSzPts val="2100"/>
                        <a:buFont typeface="Times New Roman"/>
                        <a:buNone/>
                      </a:pPr>
                      <a:r>
                        <a:rPr lang="en-US" sz="2100" b="0" i="0" u="none" strike="noStrike" cap="none" dirty="0">
                          <a:solidFill>
                            <a:srgbClr val="000000"/>
                          </a:solidFill>
                          <a:latin typeface="Times New Roman"/>
                          <a:ea typeface="Times New Roman"/>
                          <a:cs typeface="Times New Roman"/>
                          <a:sym typeface="Times New Roman"/>
                        </a:rPr>
                        <a:t>1.</a:t>
                      </a:r>
                      <a:endParaRPr sz="1400" u="none" strike="noStrike" cap="none" dirty="0"/>
                    </a:p>
                  </a:txBody>
                  <a:tcPr marL="0" marR="0" marT="46800"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56875" cap="flat" cmpd="sng">
                      <a:solidFill>
                        <a:srgbClr val="FFFFFF"/>
                      </a:solidFill>
                      <a:prstDash val="solid"/>
                      <a:round/>
                      <a:headEnd type="none" w="sm" len="sm"/>
                      <a:tailEnd type="none" w="sm" len="sm"/>
                    </a:lnT>
                    <a:solidFill>
                      <a:srgbClr val="D2EBF8"/>
                    </a:solidFill>
                  </a:tcPr>
                </a:tc>
                <a:tc>
                  <a:txBody>
                    <a:bodyPr/>
                    <a:lstStyle/>
                    <a:p>
                      <a:pPr marL="92075" marR="0" lvl="0" indent="0" algn="l" rtl="0">
                        <a:lnSpc>
                          <a:spcPct val="97000"/>
                        </a:lnSpc>
                        <a:spcBef>
                          <a:spcPts val="0"/>
                        </a:spcBef>
                        <a:spcAft>
                          <a:spcPts val="0"/>
                        </a:spcAft>
                        <a:buClr>
                          <a:srgbClr val="000000"/>
                        </a:buClr>
                        <a:buSzPts val="2100"/>
                        <a:buFont typeface="Times New Roman"/>
                        <a:buNone/>
                      </a:pPr>
                      <a:r>
                        <a:rPr lang="en-US" sz="2100" b="0" i="0" u="none" strike="noStrike" cap="none" dirty="0">
                          <a:solidFill>
                            <a:srgbClr val="000000"/>
                          </a:solidFill>
                          <a:latin typeface="Times New Roman"/>
                          <a:ea typeface="Times New Roman"/>
                          <a:cs typeface="Times New Roman"/>
                          <a:sym typeface="Times New Roman"/>
                        </a:rPr>
                        <a:t>Restaurant Reviews Analysis Model Based on Machine Learning Algorithms[1]</a:t>
                      </a:r>
                      <a:endParaRPr sz="1400" u="none" strike="noStrike" cap="none" dirty="0"/>
                    </a:p>
                  </a:txBody>
                  <a:tcPr marL="0" marR="0" marT="19450"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56875" cap="flat" cmpd="sng">
                      <a:solidFill>
                        <a:srgbClr val="FFFFFF"/>
                      </a:solidFill>
                      <a:prstDash val="solid"/>
                      <a:round/>
                      <a:headEnd type="none" w="sm" len="sm"/>
                      <a:tailEnd type="none" w="sm" len="sm"/>
                    </a:lnT>
                    <a:solidFill>
                      <a:srgbClr val="D2EBF8"/>
                    </a:solidFill>
                  </a:tcPr>
                </a:tc>
                <a:tc>
                  <a:txBody>
                    <a:bodyPr/>
                    <a:lstStyle/>
                    <a:p>
                      <a:pPr marL="93662" marR="0" lvl="0" indent="0" algn="l" rtl="0">
                        <a:lnSpc>
                          <a:spcPct val="97000"/>
                        </a:lnSpc>
                        <a:spcBef>
                          <a:spcPts val="0"/>
                        </a:spcBef>
                        <a:spcAft>
                          <a:spcPts val="0"/>
                        </a:spcAft>
                        <a:buClr>
                          <a:srgbClr val="000000"/>
                        </a:buClr>
                        <a:buSzPts val="2100"/>
                        <a:buFont typeface="Times New Roman"/>
                        <a:buNone/>
                      </a:pPr>
                      <a:r>
                        <a:rPr lang="en-US" sz="2100" b="0" i="0" u="none" strike="noStrike" cap="none">
                          <a:solidFill>
                            <a:srgbClr val="000000"/>
                          </a:solidFill>
                          <a:latin typeface="Times New Roman"/>
                          <a:ea typeface="Times New Roman"/>
                          <a:cs typeface="Times New Roman"/>
                          <a:sym typeface="Times New Roman"/>
                        </a:rPr>
                        <a:t>Yan Jiang</a:t>
                      </a:r>
                      <a:endParaRPr sz="1400" u="none" strike="noStrike" cap="none"/>
                    </a:p>
                  </a:txBody>
                  <a:tcPr marL="0" marR="0" marT="21250"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56875" cap="flat" cmpd="sng">
                      <a:solidFill>
                        <a:srgbClr val="FFFFFF"/>
                      </a:solidFill>
                      <a:prstDash val="solid"/>
                      <a:round/>
                      <a:headEnd type="none" w="sm" len="sm"/>
                      <a:tailEnd type="none" w="sm" len="sm"/>
                    </a:lnT>
                    <a:solidFill>
                      <a:srgbClr val="D2EBF8"/>
                    </a:solidFill>
                  </a:tcPr>
                </a:tc>
                <a:tc>
                  <a:txBody>
                    <a:bodyPr/>
                    <a:lstStyle/>
                    <a:p>
                      <a:pPr marL="95250" marR="0" lvl="0" indent="0" algn="l" rtl="0">
                        <a:lnSpc>
                          <a:spcPct val="97000"/>
                        </a:lnSpc>
                        <a:spcBef>
                          <a:spcPts val="0"/>
                        </a:spcBef>
                        <a:spcAft>
                          <a:spcPts val="0"/>
                        </a:spcAft>
                        <a:buClr>
                          <a:srgbClr val="000000"/>
                        </a:buClr>
                        <a:buSzPts val="2100"/>
                        <a:buFont typeface="Times New Roman"/>
                        <a:buNone/>
                      </a:pPr>
                      <a:r>
                        <a:rPr lang="en-US" sz="2100" b="0" i="0" u="none" strike="noStrike" cap="none">
                          <a:solidFill>
                            <a:srgbClr val="000000"/>
                          </a:solidFill>
                          <a:latin typeface="Times New Roman"/>
                          <a:ea typeface="Times New Roman"/>
                          <a:cs typeface="Times New Roman"/>
                          <a:sym typeface="Times New Roman"/>
                        </a:rPr>
                        <a:t>20</a:t>
                      </a:r>
                      <a:r>
                        <a:rPr lang="en-US" sz="2100">
                          <a:latin typeface="Times New Roman"/>
                          <a:ea typeface="Times New Roman"/>
                          <a:cs typeface="Times New Roman"/>
                          <a:sym typeface="Times New Roman"/>
                        </a:rPr>
                        <a:t>21</a:t>
                      </a:r>
                      <a:endParaRPr sz="1400" u="none" strike="noStrike" cap="none"/>
                    </a:p>
                  </a:txBody>
                  <a:tcPr marL="0" marR="0" marT="43575"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56875" cap="flat" cmpd="sng">
                      <a:solidFill>
                        <a:srgbClr val="FFFFFF"/>
                      </a:solidFill>
                      <a:prstDash val="solid"/>
                      <a:round/>
                      <a:headEnd type="none" w="sm" len="sm"/>
                      <a:tailEnd type="none" w="sm" len="sm"/>
                    </a:lnT>
                    <a:solidFill>
                      <a:srgbClr val="D2EBF8"/>
                    </a:solidFill>
                  </a:tcPr>
                </a:tc>
                <a:tc>
                  <a:txBody>
                    <a:bodyPr/>
                    <a:lstStyle/>
                    <a:p>
                      <a:pPr marL="96837" marR="0" lvl="0" indent="0" algn="l" rtl="0">
                        <a:lnSpc>
                          <a:spcPct val="97000"/>
                        </a:lnSpc>
                        <a:spcBef>
                          <a:spcPts val="0"/>
                        </a:spcBef>
                        <a:spcAft>
                          <a:spcPts val="0"/>
                        </a:spcAft>
                        <a:buClr>
                          <a:srgbClr val="000000"/>
                        </a:buClr>
                        <a:buSzPts val="2100"/>
                        <a:buFont typeface="Times New Roman"/>
                        <a:buNone/>
                      </a:pPr>
                      <a:r>
                        <a:rPr lang="en-US" sz="2100" b="0" i="0" u="none" strike="noStrike" cap="none">
                          <a:solidFill>
                            <a:srgbClr val="000000"/>
                          </a:solidFill>
                          <a:latin typeface="Times New Roman"/>
                          <a:ea typeface="Times New Roman"/>
                          <a:cs typeface="Times New Roman"/>
                          <a:sym typeface="Times New Roman"/>
                        </a:rPr>
                        <a:t>Developed a machine learning-based sentiment analysis model for restaurant reviews, improving decision-making for businesses and customers.</a:t>
                      </a:r>
                      <a:endParaRPr sz="1400" u="none" strike="noStrike" cap="none"/>
                    </a:p>
                  </a:txBody>
                  <a:tcPr marL="0" marR="0" marT="20150"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56875" cap="flat" cmpd="sng">
                      <a:solidFill>
                        <a:srgbClr val="FFFFFF"/>
                      </a:solidFill>
                      <a:prstDash val="solid"/>
                      <a:round/>
                      <a:headEnd type="none" w="sm" len="sm"/>
                      <a:tailEnd type="none" w="sm" len="sm"/>
                    </a:lnT>
                    <a:solidFill>
                      <a:srgbClr val="D2EBF8"/>
                    </a:solidFill>
                  </a:tcPr>
                </a:tc>
                <a:tc>
                  <a:txBody>
                    <a:bodyPr/>
                    <a:lstStyle/>
                    <a:p>
                      <a:pPr marL="98425" marR="0" lvl="0" indent="0" algn="l" rtl="0">
                        <a:lnSpc>
                          <a:spcPct val="97000"/>
                        </a:lnSpc>
                        <a:spcBef>
                          <a:spcPts val="0"/>
                        </a:spcBef>
                        <a:spcAft>
                          <a:spcPts val="0"/>
                        </a:spcAft>
                        <a:buClr>
                          <a:srgbClr val="000000"/>
                        </a:buClr>
                        <a:buSzPts val="2100"/>
                        <a:buFont typeface="Times New Roman"/>
                        <a:buNone/>
                      </a:pPr>
                      <a:r>
                        <a:rPr lang="en-US" sz="2100" b="0" i="0" u="none" strike="noStrike" cap="none">
                          <a:solidFill>
                            <a:srgbClr val="000000"/>
                          </a:solidFill>
                          <a:latin typeface="Times New Roman"/>
                          <a:ea typeface="Times New Roman"/>
                          <a:cs typeface="Times New Roman"/>
                          <a:sym typeface="Times New Roman"/>
                        </a:rPr>
                        <a:t>Used NLP, Sentiment Analysis, and Machine Learning (Supervised, Unsupervised, Reinforcement Learning) to classify and predict customer sentiments.</a:t>
                      </a:r>
                      <a:endParaRPr sz="1400" u="none" strike="noStrike" cap="none"/>
                    </a:p>
                  </a:txBody>
                  <a:tcPr marL="0" marR="0" marT="19450"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56875" cap="flat" cmpd="sng">
                      <a:solidFill>
                        <a:srgbClr val="FFFFFF"/>
                      </a:solidFill>
                      <a:prstDash val="solid"/>
                      <a:round/>
                      <a:headEnd type="none" w="sm" len="sm"/>
                      <a:tailEnd type="none" w="sm" len="sm"/>
                    </a:lnT>
                    <a:solidFill>
                      <a:srgbClr val="D2EBF8"/>
                    </a:solidFill>
                  </a:tcPr>
                </a:tc>
                <a:tc>
                  <a:txBody>
                    <a:bodyPr/>
                    <a:lstStyle/>
                    <a:p>
                      <a:pPr marL="100012" marR="0" lvl="0" indent="0" algn="l" rtl="0">
                        <a:lnSpc>
                          <a:spcPct val="97000"/>
                        </a:lnSpc>
                        <a:spcBef>
                          <a:spcPts val="0"/>
                        </a:spcBef>
                        <a:spcAft>
                          <a:spcPts val="0"/>
                        </a:spcAft>
                        <a:buClr>
                          <a:srgbClr val="000000"/>
                        </a:buClr>
                        <a:buSzPts val="2100"/>
                        <a:buFont typeface="Times New Roman"/>
                        <a:buNone/>
                      </a:pPr>
                      <a:r>
                        <a:rPr lang="en-US" sz="2100" b="0" i="0" u="none" strike="noStrike" cap="none" dirty="0">
                          <a:solidFill>
                            <a:srgbClr val="000000"/>
                          </a:solidFill>
                          <a:latin typeface="Times New Roman"/>
                          <a:ea typeface="Times New Roman"/>
                          <a:cs typeface="Times New Roman"/>
                          <a:sym typeface="Times New Roman"/>
                        </a:rPr>
                        <a:t>Enhanced review accuracy, reduced bias in ratings, and improved restaurant business strategies.</a:t>
                      </a:r>
                      <a:endParaRPr sz="1400" u="none" strike="noStrike" cap="none" dirty="0"/>
                    </a:p>
                  </a:txBody>
                  <a:tcPr marL="0" marR="0" marT="33475"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56875" cap="flat" cmpd="sng">
                      <a:solidFill>
                        <a:srgbClr val="FFFFFF"/>
                      </a:solidFill>
                      <a:prstDash val="solid"/>
                      <a:round/>
                      <a:headEnd type="none" w="sm" len="sm"/>
                      <a:tailEnd type="none" w="sm" len="sm"/>
                    </a:lnT>
                    <a:solidFill>
                      <a:srgbClr val="D2EBF8"/>
                    </a:solidFill>
                  </a:tcPr>
                </a:tc>
                <a:extLst>
                  <a:ext uri="{0D108BD9-81ED-4DB2-BD59-A6C34878D82A}">
                    <a16:rowId xmlns:a16="http://schemas.microsoft.com/office/drawing/2014/main" val="10001"/>
                  </a:ext>
                </a:extLst>
              </a:tr>
            </a:tbl>
          </a:graphicData>
        </a:graphic>
      </p:graphicFrame>
      <p:sp>
        <p:nvSpPr>
          <p:cNvPr id="131" name="Google Shape;131;p18"/>
          <p:cNvSpPr txBox="1"/>
          <p:nvPr/>
        </p:nvSpPr>
        <p:spPr>
          <a:xfrm>
            <a:off x="-144462" y="-47625"/>
            <a:ext cx="8915400" cy="685800"/>
          </a:xfrm>
          <a:prstGeom prst="rect">
            <a:avLst/>
          </a:prstGeom>
          <a:noFill/>
          <a:ln>
            <a:noFill/>
          </a:ln>
        </p:spPr>
        <p:txBody>
          <a:bodyPr spcFirstLastPara="1" wrap="square" lIns="90000" tIns="45000" rIns="90000" bIns="45000" anchor="t" anchorCtr="0">
            <a:noAutofit/>
          </a:bodyPr>
          <a:lstStyle/>
          <a:p>
            <a:pPr marL="0" marR="0" lvl="0" indent="0" algn="l" rtl="0">
              <a:lnSpc>
                <a:spcPct val="93000"/>
              </a:lnSpc>
              <a:spcBef>
                <a:spcPts val="0"/>
              </a:spcBef>
              <a:spcAft>
                <a:spcPts val="0"/>
              </a:spcAft>
              <a:buClr>
                <a:srgbClr val="000000"/>
              </a:buClr>
              <a:buSzPts val="3600"/>
              <a:buFont typeface="Times New Roman"/>
              <a:buNone/>
            </a:pPr>
            <a:r>
              <a:rPr lang="en-US" sz="3600" b="1" i="0" u="none" strike="noStrike" cap="none">
                <a:solidFill>
                  <a:srgbClr val="000000"/>
                </a:solidFill>
                <a:latin typeface="Times New Roman"/>
                <a:ea typeface="Times New Roman"/>
                <a:cs typeface="Times New Roman"/>
                <a:sym typeface="Times New Roman"/>
              </a:rPr>
              <a:t> Literature Survey of the existing system</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graphicFrame>
        <p:nvGraphicFramePr>
          <p:cNvPr id="123" name="Google Shape;123;p17"/>
          <p:cNvGraphicFramePr/>
          <p:nvPr>
            <p:extLst>
              <p:ext uri="{D42A27DB-BD31-4B8C-83A1-F6EECF244321}">
                <p14:modId xmlns:p14="http://schemas.microsoft.com/office/powerpoint/2010/main" val="2341055864"/>
              </p:ext>
            </p:extLst>
          </p:nvPr>
        </p:nvGraphicFramePr>
        <p:xfrm>
          <a:off x="0" y="635000"/>
          <a:ext cx="10080575" cy="6921475"/>
        </p:xfrm>
        <a:graphic>
          <a:graphicData uri="http://schemas.openxmlformats.org/drawingml/2006/table">
            <a:tbl>
              <a:tblPr>
                <a:noFill/>
                <a:tableStyleId>{FCE3C61E-D263-43CF-9915-1912655C6997}</a:tableStyleId>
              </a:tblPr>
              <a:tblGrid>
                <a:gridCol w="644525">
                  <a:extLst>
                    <a:ext uri="{9D8B030D-6E8A-4147-A177-3AD203B41FA5}">
                      <a16:colId xmlns:a16="http://schemas.microsoft.com/office/drawing/2014/main" val="20000"/>
                    </a:ext>
                  </a:extLst>
                </a:gridCol>
                <a:gridCol w="1346200">
                  <a:extLst>
                    <a:ext uri="{9D8B030D-6E8A-4147-A177-3AD203B41FA5}">
                      <a16:colId xmlns:a16="http://schemas.microsoft.com/office/drawing/2014/main" val="20001"/>
                    </a:ext>
                  </a:extLst>
                </a:gridCol>
                <a:gridCol w="1325550">
                  <a:extLst>
                    <a:ext uri="{9D8B030D-6E8A-4147-A177-3AD203B41FA5}">
                      <a16:colId xmlns:a16="http://schemas.microsoft.com/office/drawing/2014/main" val="20002"/>
                    </a:ext>
                  </a:extLst>
                </a:gridCol>
                <a:gridCol w="1022350">
                  <a:extLst>
                    <a:ext uri="{9D8B030D-6E8A-4147-A177-3AD203B41FA5}">
                      <a16:colId xmlns:a16="http://schemas.microsoft.com/office/drawing/2014/main" val="20003"/>
                    </a:ext>
                  </a:extLst>
                </a:gridCol>
                <a:gridCol w="1900225">
                  <a:extLst>
                    <a:ext uri="{9D8B030D-6E8A-4147-A177-3AD203B41FA5}">
                      <a16:colId xmlns:a16="http://schemas.microsoft.com/office/drawing/2014/main" val="20004"/>
                    </a:ext>
                  </a:extLst>
                </a:gridCol>
                <a:gridCol w="2239950">
                  <a:extLst>
                    <a:ext uri="{9D8B030D-6E8A-4147-A177-3AD203B41FA5}">
                      <a16:colId xmlns:a16="http://schemas.microsoft.com/office/drawing/2014/main" val="20005"/>
                    </a:ext>
                  </a:extLst>
                </a:gridCol>
                <a:gridCol w="1601775">
                  <a:extLst>
                    <a:ext uri="{9D8B030D-6E8A-4147-A177-3AD203B41FA5}">
                      <a16:colId xmlns:a16="http://schemas.microsoft.com/office/drawing/2014/main" val="20006"/>
                    </a:ext>
                  </a:extLst>
                </a:gridCol>
              </a:tblGrid>
              <a:tr h="989000">
                <a:tc>
                  <a:txBody>
                    <a:bodyPr/>
                    <a:lstStyle/>
                    <a:p>
                      <a:pPr marL="92075" marR="0" lvl="0" indent="0" algn="l" rtl="0">
                        <a:lnSpc>
                          <a:spcPct val="97000"/>
                        </a:lnSpc>
                        <a:spcBef>
                          <a:spcPts val="0"/>
                        </a:spcBef>
                        <a:spcAft>
                          <a:spcPts val="0"/>
                        </a:spcAft>
                        <a:buClr>
                          <a:srgbClr val="FFFFFF"/>
                        </a:buClr>
                        <a:buSzPts val="1600"/>
                        <a:buFont typeface="Trebuchet MS"/>
                        <a:buNone/>
                      </a:pPr>
                      <a:r>
                        <a:rPr lang="en-US" sz="1600" b="1" i="0" u="none" strike="noStrike" cap="none">
                          <a:solidFill>
                            <a:srgbClr val="FFFFFF"/>
                          </a:solidFill>
                          <a:latin typeface="Trebuchet MS"/>
                          <a:ea typeface="Trebuchet MS"/>
                          <a:cs typeface="Trebuchet MS"/>
                          <a:sym typeface="Trebuchet MS"/>
                        </a:rPr>
                        <a:t>SR. NO</a:t>
                      </a:r>
                      <a:endParaRPr sz="1400" u="none" strike="noStrike" cap="none"/>
                    </a:p>
                  </a:txBody>
                  <a:tcPr marL="0" marR="0" marT="27000"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18700" cap="flat" cmpd="sng">
                      <a:solidFill>
                        <a:srgbClr val="FFFFFF"/>
                      </a:solidFill>
                      <a:prstDash val="solid"/>
                      <a:round/>
                      <a:headEnd type="none" w="sm" len="sm"/>
                      <a:tailEnd type="none" w="sm" len="sm"/>
                    </a:lnT>
                    <a:lnB w="56875" cap="flat" cmpd="sng">
                      <a:solidFill>
                        <a:srgbClr val="FFFFFF"/>
                      </a:solidFill>
                      <a:prstDash val="solid"/>
                      <a:round/>
                      <a:headEnd type="none" w="sm" len="sm"/>
                      <a:tailEnd type="none" w="sm" len="sm"/>
                    </a:lnB>
                    <a:solidFill>
                      <a:srgbClr val="5FC9ED"/>
                    </a:solidFill>
                  </a:tcPr>
                </a:tc>
                <a:tc>
                  <a:txBody>
                    <a:bodyPr/>
                    <a:lstStyle/>
                    <a:p>
                      <a:pPr marL="92075" marR="0" lvl="0" indent="0" algn="l" rtl="0">
                        <a:lnSpc>
                          <a:spcPct val="97000"/>
                        </a:lnSpc>
                        <a:spcBef>
                          <a:spcPts val="0"/>
                        </a:spcBef>
                        <a:spcAft>
                          <a:spcPts val="0"/>
                        </a:spcAft>
                        <a:buClr>
                          <a:srgbClr val="FFFFFF"/>
                        </a:buClr>
                        <a:buSzPts val="1600"/>
                        <a:buFont typeface="Trebuchet MS"/>
                        <a:buNone/>
                      </a:pPr>
                      <a:r>
                        <a:rPr lang="en-US" sz="1600" b="1" i="0" u="none" strike="noStrike" cap="none">
                          <a:solidFill>
                            <a:srgbClr val="FFFFFF"/>
                          </a:solidFill>
                          <a:latin typeface="Trebuchet MS"/>
                          <a:ea typeface="Trebuchet MS"/>
                          <a:cs typeface="Trebuchet MS"/>
                          <a:sym typeface="Trebuchet MS"/>
                        </a:rPr>
                        <a:t>TITLE</a:t>
                      </a:r>
                      <a:endParaRPr sz="1400" u="none" strike="noStrike" cap="none"/>
                    </a:p>
                  </a:txBody>
                  <a:tcPr marL="0" marR="0" marT="45000"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18700" cap="flat" cmpd="sng">
                      <a:solidFill>
                        <a:srgbClr val="FFFFFF"/>
                      </a:solidFill>
                      <a:prstDash val="solid"/>
                      <a:round/>
                      <a:headEnd type="none" w="sm" len="sm"/>
                      <a:tailEnd type="none" w="sm" len="sm"/>
                    </a:lnT>
                    <a:lnB w="56875" cap="flat" cmpd="sng">
                      <a:solidFill>
                        <a:srgbClr val="FFFFFF"/>
                      </a:solidFill>
                      <a:prstDash val="solid"/>
                      <a:round/>
                      <a:headEnd type="none" w="sm" len="sm"/>
                      <a:tailEnd type="none" w="sm" len="sm"/>
                    </a:lnB>
                    <a:solidFill>
                      <a:srgbClr val="5FC9ED"/>
                    </a:solidFill>
                  </a:tcPr>
                </a:tc>
                <a:tc>
                  <a:txBody>
                    <a:bodyPr/>
                    <a:lstStyle/>
                    <a:p>
                      <a:pPr marL="93662" marR="0" lvl="0" indent="0" algn="l" rtl="0">
                        <a:lnSpc>
                          <a:spcPct val="97000"/>
                        </a:lnSpc>
                        <a:spcBef>
                          <a:spcPts val="0"/>
                        </a:spcBef>
                        <a:spcAft>
                          <a:spcPts val="0"/>
                        </a:spcAft>
                        <a:buClr>
                          <a:srgbClr val="FFFFFF"/>
                        </a:buClr>
                        <a:buSzPts val="1600"/>
                        <a:buFont typeface="Trebuchet MS"/>
                        <a:buNone/>
                      </a:pPr>
                      <a:r>
                        <a:rPr lang="en-US" sz="1600" b="1" i="0" u="none" strike="noStrike" cap="none">
                          <a:solidFill>
                            <a:srgbClr val="FFFFFF"/>
                          </a:solidFill>
                          <a:latin typeface="Trebuchet MS"/>
                          <a:ea typeface="Trebuchet MS"/>
                          <a:cs typeface="Trebuchet MS"/>
                          <a:sym typeface="Trebuchet MS"/>
                        </a:rPr>
                        <a:t>AUTHOR</a:t>
                      </a:r>
                      <a:endParaRPr sz="1400" u="none" strike="noStrike" cap="none"/>
                    </a:p>
                  </a:txBody>
                  <a:tcPr marL="0" marR="0" marT="45000"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18700" cap="flat" cmpd="sng">
                      <a:solidFill>
                        <a:srgbClr val="FFFFFF"/>
                      </a:solidFill>
                      <a:prstDash val="solid"/>
                      <a:round/>
                      <a:headEnd type="none" w="sm" len="sm"/>
                      <a:tailEnd type="none" w="sm" len="sm"/>
                    </a:lnT>
                    <a:lnB w="56875" cap="flat" cmpd="sng">
                      <a:solidFill>
                        <a:srgbClr val="FFFFFF"/>
                      </a:solidFill>
                      <a:prstDash val="solid"/>
                      <a:round/>
                      <a:headEnd type="none" w="sm" len="sm"/>
                      <a:tailEnd type="none" w="sm" len="sm"/>
                    </a:lnB>
                    <a:solidFill>
                      <a:srgbClr val="5FC9ED"/>
                    </a:solidFill>
                  </a:tcPr>
                </a:tc>
                <a:tc>
                  <a:txBody>
                    <a:bodyPr/>
                    <a:lstStyle/>
                    <a:p>
                      <a:pPr marL="95250" marR="0" lvl="0" indent="0" algn="l" rtl="0">
                        <a:lnSpc>
                          <a:spcPct val="97000"/>
                        </a:lnSpc>
                        <a:spcBef>
                          <a:spcPts val="0"/>
                        </a:spcBef>
                        <a:spcAft>
                          <a:spcPts val="0"/>
                        </a:spcAft>
                        <a:buClr>
                          <a:srgbClr val="FFFFFF"/>
                        </a:buClr>
                        <a:buSzPts val="1600"/>
                        <a:buFont typeface="Trebuchet MS"/>
                        <a:buNone/>
                      </a:pPr>
                      <a:r>
                        <a:rPr lang="en-US" sz="1600" b="1" i="0" u="none" strike="noStrike" cap="none">
                          <a:solidFill>
                            <a:srgbClr val="FFFFFF"/>
                          </a:solidFill>
                          <a:latin typeface="Trebuchet MS"/>
                          <a:ea typeface="Trebuchet MS"/>
                          <a:cs typeface="Trebuchet MS"/>
                          <a:sym typeface="Trebuchet MS"/>
                        </a:rPr>
                        <a:t>YEAR</a:t>
                      </a:r>
                      <a:endParaRPr sz="1400" u="none" strike="noStrike" cap="none"/>
                    </a:p>
                  </a:txBody>
                  <a:tcPr marL="0" marR="0" marT="45000"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18700" cap="flat" cmpd="sng">
                      <a:solidFill>
                        <a:srgbClr val="FFFFFF"/>
                      </a:solidFill>
                      <a:prstDash val="solid"/>
                      <a:round/>
                      <a:headEnd type="none" w="sm" len="sm"/>
                      <a:tailEnd type="none" w="sm" len="sm"/>
                    </a:lnT>
                    <a:lnB w="56875" cap="flat" cmpd="sng">
                      <a:solidFill>
                        <a:srgbClr val="FFFFFF"/>
                      </a:solidFill>
                      <a:prstDash val="solid"/>
                      <a:round/>
                      <a:headEnd type="none" w="sm" len="sm"/>
                      <a:tailEnd type="none" w="sm" len="sm"/>
                    </a:lnB>
                    <a:solidFill>
                      <a:srgbClr val="5FC9ED"/>
                    </a:solidFill>
                  </a:tcPr>
                </a:tc>
                <a:tc>
                  <a:txBody>
                    <a:bodyPr/>
                    <a:lstStyle/>
                    <a:p>
                      <a:pPr marL="96837" marR="0" lvl="0" indent="0" algn="l" rtl="0">
                        <a:lnSpc>
                          <a:spcPct val="97000"/>
                        </a:lnSpc>
                        <a:spcBef>
                          <a:spcPts val="0"/>
                        </a:spcBef>
                        <a:spcAft>
                          <a:spcPts val="0"/>
                        </a:spcAft>
                        <a:buClr>
                          <a:srgbClr val="FFFFFF"/>
                        </a:buClr>
                        <a:buSzPts val="1600"/>
                        <a:buFont typeface="Trebuchet MS"/>
                        <a:buNone/>
                      </a:pPr>
                      <a:r>
                        <a:rPr lang="en-US" sz="1600" b="1" i="0" u="none" strike="noStrike" cap="none">
                          <a:solidFill>
                            <a:srgbClr val="FFFFFF"/>
                          </a:solidFill>
                          <a:latin typeface="Trebuchet MS"/>
                          <a:ea typeface="Trebuchet MS"/>
                          <a:cs typeface="Trebuchet MS"/>
                          <a:sym typeface="Trebuchet MS"/>
                        </a:rPr>
                        <a:t>OUTCOMES</a:t>
                      </a:r>
                      <a:endParaRPr sz="1400" u="none" strike="noStrike" cap="none"/>
                    </a:p>
                  </a:txBody>
                  <a:tcPr marL="0" marR="0" marT="45000"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18700" cap="flat" cmpd="sng">
                      <a:solidFill>
                        <a:srgbClr val="FFFFFF"/>
                      </a:solidFill>
                      <a:prstDash val="solid"/>
                      <a:round/>
                      <a:headEnd type="none" w="sm" len="sm"/>
                      <a:tailEnd type="none" w="sm" len="sm"/>
                    </a:lnT>
                    <a:lnB w="56875" cap="flat" cmpd="sng">
                      <a:solidFill>
                        <a:srgbClr val="FFFFFF"/>
                      </a:solidFill>
                      <a:prstDash val="solid"/>
                      <a:round/>
                      <a:headEnd type="none" w="sm" len="sm"/>
                      <a:tailEnd type="none" w="sm" len="sm"/>
                    </a:lnB>
                    <a:solidFill>
                      <a:srgbClr val="5FC9ED"/>
                    </a:solidFill>
                  </a:tcPr>
                </a:tc>
                <a:tc>
                  <a:txBody>
                    <a:bodyPr/>
                    <a:lstStyle/>
                    <a:p>
                      <a:pPr marL="98425" marR="0" lvl="0" indent="0" algn="l" rtl="0">
                        <a:lnSpc>
                          <a:spcPct val="97000"/>
                        </a:lnSpc>
                        <a:spcBef>
                          <a:spcPts val="0"/>
                        </a:spcBef>
                        <a:spcAft>
                          <a:spcPts val="0"/>
                        </a:spcAft>
                        <a:buClr>
                          <a:srgbClr val="FFFFFF"/>
                        </a:buClr>
                        <a:buSzPts val="1600"/>
                        <a:buFont typeface="Trebuchet MS"/>
                        <a:buNone/>
                      </a:pPr>
                      <a:r>
                        <a:rPr lang="en-US" sz="1600" b="1" i="0" u="none" strike="noStrike" cap="none">
                          <a:solidFill>
                            <a:srgbClr val="FFFFFF"/>
                          </a:solidFill>
                          <a:latin typeface="Trebuchet MS"/>
                          <a:ea typeface="Trebuchet MS"/>
                          <a:cs typeface="Trebuchet MS"/>
                          <a:sym typeface="Trebuchet MS"/>
                        </a:rPr>
                        <a:t>METHODOLOGY</a:t>
                      </a:r>
                      <a:endParaRPr sz="1400" u="none" strike="noStrike" cap="none"/>
                    </a:p>
                  </a:txBody>
                  <a:tcPr marL="0" marR="0" marT="45000"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18700" cap="flat" cmpd="sng">
                      <a:solidFill>
                        <a:srgbClr val="FFFFFF"/>
                      </a:solidFill>
                      <a:prstDash val="solid"/>
                      <a:round/>
                      <a:headEnd type="none" w="sm" len="sm"/>
                      <a:tailEnd type="none" w="sm" len="sm"/>
                    </a:lnT>
                    <a:lnB w="56875" cap="flat" cmpd="sng">
                      <a:solidFill>
                        <a:srgbClr val="FFFFFF"/>
                      </a:solidFill>
                      <a:prstDash val="solid"/>
                      <a:round/>
                      <a:headEnd type="none" w="sm" len="sm"/>
                      <a:tailEnd type="none" w="sm" len="sm"/>
                    </a:lnB>
                    <a:solidFill>
                      <a:srgbClr val="5FC9ED"/>
                    </a:solidFill>
                  </a:tcPr>
                </a:tc>
                <a:tc>
                  <a:txBody>
                    <a:bodyPr/>
                    <a:lstStyle/>
                    <a:p>
                      <a:pPr marL="100012" marR="0" lvl="0" indent="0" algn="l" rtl="0">
                        <a:lnSpc>
                          <a:spcPct val="97000"/>
                        </a:lnSpc>
                        <a:spcBef>
                          <a:spcPts val="0"/>
                        </a:spcBef>
                        <a:spcAft>
                          <a:spcPts val="0"/>
                        </a:spcAft>
                        <a:buClr>
                          <a:srgbClr val="FFFFFF"/>
                        </a:buClr>
                        <a:buSzPts val="1600"/>
                        <a:buFont typeface="Trebuchet MS"/>
                        <a:buNone/>
                      </a:pPr>
                      <a:r>
                        <a:rPr lang="en-US" sz="1600" b="1" i="0" u="none" strike="noStrike" cap="none">
                          <a:solidFill>
                            <a:srgbClr val="FFFFFF"/>
                          </a:solidFill>
                          <a:latin typeface="Trebuchet MS"/>
                          <a:ea typeface="Trebuchet MS"/>
                          <a:cs typeface="Trebuchet MS"/>
                          <a:sym typeface="Trebuchet MS"/>
                        </a:rPr>
                        <a:t>RESULT</a:t>
                      </a:r>
                      <a:endParaRPr sz="1400" u="none" strike="noStrike" cap="none"/>
                    </a:p>
                  </a:txBody>
                  <a:tcPr marL="0" marR="0" marT="45000"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18700" cap="flat" cmpd="sng">
                      <a:solidFill>
                        <a:srgbClr val="FFFFFF"/>
                      </a:solidFill>
                      <a:prstDash val="solid"/>
                      <a:round/>
                      <a:headEnd type="none" w="sm" len="sm"/>
                      <a:tailEnd type="none" w="sm" len="sm"/>
                    </a:lnT>
                    <a:lnB w="56875" cap="flat" cmpd="sng">
                      <a:solidFill>
                        <a:srgbClr val="FFFFFF"/>
                      </a:solidFill>
                      <a:prstDash val="solid"/>
                      <a:round/>
                      <a:headEnd type="none" w="sm" len="sm"/>
                      <a:tailEnd type="none" w="sm" len="sm"/>
                    </a:lnB>
                    <a:solidFill>
                      <a:srgbClr val="5FC9ED"/>
                    </a:solidFill>
                  </a:tcPr>
                </a:tc>
                <a:extLst>
                  <a:ext uri="{0D108BD9-81ED-4DB2-BD59-A6C34878D82A}">
                    <a16:rowId xmlns:a16="http://schemas.microsoft.com/office/drawing/2014/main" val="10000"/>
                  </a:ext>
                </a:extLst>
              </a:tr>
              <a:tr h="5932475">
                <a:tc>
                  <a:txBody>
                    <a:bodyPr/>
                    <a:lstStyle/>
                    <a:p>
                      <a:pPr marL="92075" marR="0" lvl="0" indent="0" algn="l" rtl="0">
                        <a:lnSpc>
                          <a:spcPct val="97000"/>
                        </a:lnSpc>
                        <a:spcBef>
                          <a:spcPts val="0"/>
                        </a:spcBef>
                        <a:spcAft>
                          <a:spcPts val="0"/>
                        </a:spcAft>
                        <a:buClr>
                          <a:srgbClr val="000000"/>
                        </a:buClr>
                        <a:buSzPts val="2100"/>
                        <a:buFont typeface="Times New Roman"/>
                        <a:buNone/>
                      </a:pPr>
                      <a:r>
                        <a:rPr lang="en-US" sz="2100" b="0" i="0" u="none" strike="noStrike" cap="none" dirty="0">
                          <a:solidFill>
                            <a:srgbClr val="000000"/>
                          </a:solidFill>
                          <a:latin typeface="Times New Roman"/>
                          <a:ea typeface="Times New Roman"/>
                          <a:cs typeface="Times New Roman"/>
                          <a:sym typeface="Times New Roman"/>
                        </a:rPr>
                        <a:t>2.</a:t>
                      </a:r>
                      <a:endParaRPr sz="1400" u="none" strike="noStrike" cap="none" dirty="0"/>
                    </a:p>
                  </a:txBody>
                  <a:tcPr marL="0" marR="0" marT="46800"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56875" cap="flat" cmpd="sng">
                      <a:solidFill>
                        <a:srgbClr val="FFFFFF"/>
                      </a:solidFill>
                      <a:prstDash val="solid"/>
                      <a:round/>
                      <a:headEnd type="none" w="sm" len="sm"/>
                      <a:tailEnd type="none" w="sm" len="sm"/>
                    </a:lnT>
                    <a:solidFill>
                      <a:srgbClr val="D2EBF8"/>
                    </a:solidFill>
                  </a:tcPr>
                </a:tc>
                <a:tc>
                  <a:txBody>
                    <a:bodyPr/>
                    <a:lstStyle/>
                    <a:p>
                      <a:pPr marL="92075" marR="0" lvl="0" indent="0" algn="l" rtl="0">
                        <a:lnSpc>
                          <a:spcPct val="97000"/>
                        </a:lnSpc>
                        <a:spcBef>
                          <a:spcPts val="0"/>
                        </a:spcBef>
                        <a:spcAft>
                          <a:spcPts val="0"/>
                        </a:spcAft>
                        <a:buClr>
                          <a:schemeClr val="dk2"/>
                        </a:buClr>
                        <a:buSzPts val="2100"/>
                        <a:buFont typeface="Times New Roman"/>
                        <a:buNone/>
                      </a:pPr>
                      <a:r>
                        <a:rPr lang="en-US" sz="2100" u="none" strike="noStrike" cap="none" dirty="0">
                          <a:latin typeface="Times New Roman"/>
                          <a:ea typeface="Times New Roman"/>
                          <a:cs typeface="Times New Roman"/>
                          <a:sym typeface="Times New Roman"/>
                        </a:rPr>
                        <a:t>Modelling the Impact of Hotel Facilities on Online Hotel Review Score for City of Skopje[2]</a:t>
                      </a:r>
                      <a:endParaRPr sz="2100" u="none" strike="noStrike" cap="none" dirty="0">
                        <a:latin typeface="Times New Roman"/>
                        <a:ea typeface="Times New Roman"/>
                        <a:cs typeface="Times New Roman"/>
                        <a:sym typeface="Times New Roman"/>
                      </a:endParaRPr>
                    </a:p>
                  </a:txBody>
                  <a:tcPr marL="0" marR="0" marT="19450"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56875" cap="flat" cmpd="sng">
                      <a:solidFill>
                        <a:srgbClr val="FFFFFF"/>
                      </a:solidFill>
                      <a:prstDash val="solid"/>
                      <a:round/>
                      <a:headEnd type="none" w="sm" len="sm"/>
                      <a:tailEnd type="none" w="sm" len="sm"/>
                    </a:lnT>
                    <a:solidFill>
                      <a:srgbClr val="D2EBF8"/>
                    </a:solidFill>
                  </a:tcPr>
                </a:tc>
                <a:tc>
                  <a:txBody>
                    <a:bodyPr/>
                    <a:lstStyle/>
                    <a:p>
                      <a:pPr marL="93662" marR="0" lvl="0" indent="0" algn="l" rtl="0">
                        <a:lnSpc>
                          <a:spcPct val="97000"/>
                        </a:lnSpc>
                        <a:spcBef>
                          <a:spcPts val="0"/>
                        </a:spcBef>
                        <a:spcAft>
                          <a:spcPts val="0"/>
                        </a:spcAft>
                        <a:buClr>
                          <a:srgbClr val="000000"/>
                        </a:buClr>
                        <a:buSzPts val="2100"/>
                        <a:buFont typeface="Times New Roman"/>
                        <a:buNone/>
                      </a:pPr>
                      <a:r>
                        <a:rPr lang="en-US" sz="2100" u="none" strike="noStrike" cap="none">
                          <a:latin typeface="Times New Roman"/>
                          <a:ea typeface="Times New Roman"/>
                          <a:cs typeface="Times New Roman"/>
                          <a:sym typeface="Times New Roman"/>
                        </a:rPr>
                        <a:t>Marija Stojchevska, Andreja Naumoski, Kosta Mitreski</a:t>
                      </a:r>
                      <a:endParaRPr sz="2100" u="none" strike="noStrike" cap="none">
                        <a:latin typeface="Times New Roman"/>
                        <a:ea typeface="Times New Roman"/>
                        <a:cs typeface="Times New Roman"/>
                        <a:sym typeface="Times New Roman"/>
                      </a:endParaRPr>
                    </a:p>
                  </a:txBody>
                  <a:tcPr marL="0" marR="0" marT="21250"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56875" cap="flat" cmpd="sng">
                      <a:solidFill>
                        <a:srgbClr val="FFFFFF"/>
                      </a:solidFill>
                      <a:prstDash val="solid"/>
                      <a:round/>
                      <a:headEnd type="none" w="sm" len="sm"/>
                      <a:tailEnd type="none" w="sm" len="sm"/>
                    </a:lnT>
                    <a:solidFill>
                      <a:srgbClr val="D2EBF8"/>
                    </a:solidFill>
                  </a:tcPr>
                </a:tc>
                <a:tc>
                  <a:txBody>
                    <a:bodyPr/>
                    <a:lstStyle/>
                    <a:p>
                      <a:pPr marL="95250" marR="0" lvl="0" indent="0" algn="l" rtl="0">
                        <a:lnSpc>
                          <a:spcPct val="97000"/>
                        </a:lnSpc>
                        <a:spcBef>
                          <a:spcPts val="0"/>
                        </a:spcBef>
                        <a:spcAft>
                          <a:spcPts val="0"/>
                        </a:spcAft>
                        <a:buClr>
                          <a:srgbClr val="000000"/>
                        </a:buClr>
                        <a:buSzPts val="2100"/>
                        <a:buFont typeface="Times New Roman"/>
                        <a:buNone/>
                      </a:pPr>
                      <a:r>
                        <a:rPr lang="en-US" sz="2100" b="0" i="0" u="none" strike="noStrike" cap="none">
                          <a:solidFill>
                            <a:srgbClr val="000000"/>
                          </a:solidFill>
                          <a:latin typeface="Times New Roman"/>
                          <a:ea typeface="Times New Roman"/>
                          <a:cs typeface="Times New Roman"/>
                          <a:sym typeface="Times New Roman"/>
                        </a:rPr>
                        <a:t>20</a:t>
                      </a:r>
                      <a:r>
                        <a:rPr lang="en-US" sz="2100">
                          <a:latin typeface="Times New Roman"/>
                          <a:ea typeface="Times New Roman"/>
                          <a:cs typeface="Times New Roman"/>
                          <a:sym typeface="Times New Roman"/>
                        </a:rPr>
                        <a:t>22</a:t>
                      </a:r>
                      <a:endParaRPr sz="1400" u="none" strike="noStrike" cap="none"/>
                    </a:p>
                  </a:txBody>
                  <a:tcPr marL="0" marR="0" marT="43575"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56875" cap="flat" cmpd="sng">
                      <a:solidFill>
                        <a:srgbClr val="FFFFFF"/>
                      </a:solidFill>
                      <a:prstDash val="solid"/>
                      <a:round/>
                      <a:headEnd type="none" w="sm" len="sm"/>
                      <a:tailEnd type="none" w="sm" len="sm"/>
                    </a:lnT>
                    <a:solidFill>
                      <a:srgbClr val="D2EBF8"/>
                    </a:solidFill>
                  </a:tcPr>
                </a:tc>
                <a:tc>
                  <a:txBody>
                    <a:bodyPr/>
                    <a:lstStyle/>
                    <a:p>
                      <a:pPr marL="96837" marR="0" lvl="0" indent="0" algn="l" rtl="0">
                        <a:lnSpc>
                          <a:spcPct val="97000"/>
                        </a:lnSpc>
                        <a:spcBef>
                          <a:spcPts val="0"/>
                        </a:spcBef>
                        <a:spcAft>
                          <a:spcPts val="0"/>
                        </a:spcAft>
                        <a:buClr>
                          <a:schemeClr val="dk2"/>
                        </a:buClr>
                        <a:buSzPts val="2100"/>
                        <a:buFont typeface="Times New Roman"/>
                        <a:buNone/>
                      </a:pPr>
                      <a:r>
                        <a:rPr lang="en-US" sz="2100" u="none" strike="noStrike" cap="none">
                          <a:latin typeface="Times New Roman"/>
                          <a:ea typeface="Times New Roman"/>
                          <a:cs typeface="Times New Roman"/>
                          <a:sym typeface="Times New Roman"/>
                        </a:rPr>
                        <a:t>Analyzed the relationship between hotel facilities and online review scores in Skopje.</a:t>
                      </a:r>
                      <a:endParaRPr sz="2100" u="none" strike="noStrike" cap="none">
                        <a:latin typeface="Times New Roman"/>
                        <a:ea typeface="Times New Roman"/>
                        <a:cs typeface="Times New Roman"/>
                        <a:sym typeface="Times New Roman"/>
                      </a:endParaRPr>
                    </a:p>
                  </a:txBody>
                  <a:tcPr marL="0" marR="0" marT="20150"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56875" cap="flat" cmpd="sng">
                      <a:solidFill>
                        <a:srgbClr val="FFFFFF"/>
                      </a:solidFill>
                      <a:prstDash val="solid"/>
                      <a:round/>
                      <a:headEnd type="none" w="sm" len="sm"/>
                      <a:tailEnd type="none" w="sm" len="sm"/>
                    </a:lnT>
                    <a:solidFill>
                      <a:srgbClr val="D2EBF8"/>
                    </a:solidFill>
                  </a:tcPr>
                </a:tc>
                <a:tc>
                  <a:txBody>
                    <a:bodyPr/>
                    <a:lstStyle/>
                    <a:p>
                      <a:pPr marL="98425" marR="0" lvl="0" indent="0" algn="l" rtl="0">
                        <a:lnSpc>
                          <a:spcPct val="97000"/>
                        </a:lnSpc>
                        <a:spcBef>
                          <a:spcPts val="0"/>
                        </a:spcBef>
                        <a:spcAft>
                          <a:spcPts val="0"/>
                        </a:spcAft>
                        <a:buClr>
                          <a:schemeClr val="dk2"/>
                        </a:buClr>
                        <a:buSzPts val="2100"/>
                        <a:buFont typeface="Times New Roman"/>
                        <a:buNone/>
                      </a:pPr>
                      <a:r>
                        <a:rPr lang="en-US" sz="2100" u="none" strike="noStrike" cap="none">
                          <a:latin typeface="Times New Roman"/>
                          <a:ea typeface="Times New Roman"/>
                          <a:cs typeface="Times New Roman"/>
                          <a:sym typeface="Times New Roman"/>
                        </a:rPr>
                        <a:t>Used ArcGIS software to analyze data from 80 hotels on Booking.com and TripAdvisor, relating review scores to 20 different hotel facilities.</a:t>
                      </a:r>
                      <a:r>
                        <a:rPr lang="en-US" sz="2100" b="0" i="0" u="none" strike="noStrike" cap="none">
                          <a:solidFill>
                            <a:schemeClr val="dk2"/>
                          </a:solidFill>
                          <a:latin typeface="Times New Roman"/>
                          <a:ea typeface="Times New Roman"/>
                          <a:cs typeface="Times New Roman"/>
                          <a:sym typeface="Times New Roman"/>
                        </a:rPr>
                        <a:t>.</a:t>
                      </a:r>
                      <a:endParaRPr sz="2100" u="none" strike="noStrike" cap="none">
                        <a:latin typeface="Times New Roman"/>
                        <a:ea typeface="Times New Roman"/>
                        <a:cs typeface="Times New Roman"/>
                        <a:sym typeface="Times New Roman"/>
                      </a:endParaRPr>
                    </a:p>
                  </a:txBody>
                  <a:tcPr marL="0" marR="0" marT="19450"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56875" cap="flat" cmpd="sng">
                      <a:solidFill>
                        <a:srgbClr val="FFFFFF"/>
                      </a:solidFill>
                      <a:prstDash val="solid"/>
                      <a:round/>
                      <a:headEnd type="none" w="sm" len="sm"/>
                      <a:tailEnd type="none" w="sm" len="sm"/>
                    </a:lnT>
                    <a:solidFill>
                      <a:srgbClr val="D2EBF8"/>
                    </a:solidFill>
                  </a:tcPr>
                </a:tc>
                <a:tc>
                  <a:txBody>
                    <a:bodyPr/>
                    <a:lstStyle/>
                    <a:p>
                      <a:pPr marL="100012" marR="0" lvl="0" indent="0" algn="l" rtl="0">
                        <a:lnSpc>
                          <a:spcPct val="97000"/>
                        </a:lnSpc>
                        <a:spcBef>
                          <a:spcPts val="0"/>
                        </a:spcBef>
                        <a:spcAft>
                          <a:spcPts val="0"/>
                        </a:spcAft>
                        <a:buClr>
                          <a:schemeClr val="dk2"/>
                        </a:buClr>
                        <a:buSzPts val="2100"/>
                        <a:buFont typeface="Times New Roman"/>
                        <a:buNone/>
                      </a:pPr>
                      <a:r>
                        <a:rPr lang="en-US" sz="2100" u="none" strike="noStrike" cap="none" dirty="0">
                          <a:latin typeface="Times New Roman"/>
                          <a:ea typeface="Times New Roman"/>
                          <a:cs typeface="Times New Roman"/>
                          <a:sym typeface="Times New Roman"/>
                        </a:rPr>
                        <a:t>Found that certain facilities, like soundproofing and free parking, significantly influence hotel review scores, especially for 3 and 4-star hotels.</a:t>
                      </a:r>
                      <a:endParaRPr sz="2100" u="none" strike="noStrike" cap="none" dirty="0">
                        <a:latin typeface="Times New Roman"/>
                        <a:ea typeface="Times New Roman"/>
                        <a:cs typeface="Times New Roman"/>
                        <a:sym typeface="Times New Roman"/>
                      </a:endParaRPr>
                    </a:p>
                  </a:txBody>
                  <a:tcPr marL="0" marR="0" marT="33475"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56875" cap="flat" cmpd="sng">
                      <a:solidFill>
                        <a:srgbClr val="FFFFFF"/>
                      </a:solidFill>
                      <a:prstDash val="solid"/>
                      <a:round/>
                      <a:headEnd type="none" w="sm" len="sm"/>
                      <a:tailEnd type="none" w="sm" len="sm"/>
                    </a:lnT>
                    <a:solidFill>
                      <a:srgbClr val="D2EBF8"/>
                    </a:solidFill>
                  </a:tcPr>
                </a:tc>
                <a:extLst>
                  <a:ext uri="{0D108BD9-81ED-4DB2-BD59-A6C34878D82A}">
                    <a16:rowId xmlns:a16="http://schemas.microsoft.com/office/drawing/2014/main" val="10001"/>
                  </a:ext>
                </a:extLst>
              </a:tr>
            </a:tbl>
          </a:graphicData>
        </a:graphic>
      </p:graphicFrame>
      <p:sp>
        <p:nvSpPr>
          <p:cNvPr id="124" name="Google Shape;124;p17"/>
          <p:cNvSpPr txBox="1"/>
          <p:nvPr/>
        </p:nvSpPr>
        <p:spPr>
          <a:xfrm>
            <a:off x="-144462" y="-47625"/>
            <a:ext cx="8915400" cy="685800"/>
          </a:xfrm>
          <a:prstGeom prst="rect">
            <a:avLst/>
          </a:prstGeom>
          <a:noFill/>
          <a:ln>
            <a:noFill/>
          </a:ln>
        </p:spPr>
        <p:txBody>
          <a:bodyPr spcFirstLastPara="1" wrap="square" lIns="90000" tIns="45000" rIns="90000" bIns="45000" anchor="t" anchorCtr="0">
            <a:noAutofit/>
          </a:bodyPr>
          <a:lstStyle/>
          <a:p>
            <a:pPr marL="0" marR="0" lvl="0" indent="0" algn="l" rtl="0">
              <a:lnSpc>
                <a:spcPct val="93000"/>
              </a:lnSpc>
              <a:spcBef>
                <a:spcPts val="0"/>
              </a:spcBef>
              <a:spcAft>
                <a:spcPts val="0"/>
              </a:spcAft>
              <a:buClr>
                <a:srgbClr val="000000"/>
              </a:buClr>
              <a:buSzPts val="3600"/>
              <a:buFont typeface="Times New Roman"/>
              <a:buNone/>
            </a:pPr>
            <a:r>
              <a:rPr lang="en-US" sz="3600" b="1" i="0" u="none" strike="noStrike" cap="none">
                <a:solidFill>
                  <a:srgbClr val="000000"/>
                </a:solidFill>
                <a:latin typeface="Times New Roman"/>
                <a:ea typeface="Times New Roman"/>
                <a:cs typeface="Times New Roman"/>
                <a:sym typeface="Times New Roman"/>
              </a:rPr>
              <a:t> Literature Survey of the existing system</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7"/>
        <p:cNvGrpSpPr/>
        <p:nvPr/>
      </p:nvGrpSpPr>
      <p:grpSpPr>
        <a:xfrm>
          <a:off x="0" y="0"/>
          <a:ext cx="0" cy="0"/>
          <a:chOff x="0" y="0"/>
          <a:chExt cx="0" cy="0"/>
        </a:xfrm>
      </p:grpSpPr>
      <p:sp>
        <p:nvSpPr>
          <p:cNvPr id="138" name="Google Shape;138;p19"/>
          <p:cNvSpPr txBox="1"/>
          <p:nvPr/>
        </p:nvSpPr>
        <p:spPr>
          <a:xfrm>
            <a:off x="0" y="-207169"/>
            <a:ext cx="9070975" cy="1262062"/>
          </a:xfrm>
          <a:prstGeom prst="rect">
            <a:avLst/>
          </a:prstGeom>
          <a:noFill/>
          <a:ln>
            <a:noFill/>
          </a:ln>
        </p:spPr>
        <p:txBody>
          <a:bodyPr spcFirstLastPara="1" wrap="square" lIns="0" tIns="31675" rIns="0" bIns="0" anchor="ctr" anchorCtr="0">
            <a:noAutofit/>
          </a:bodyPr>
          <a:lstStyle/>
          <a:p>
            <a:pPr marL="0" marR="0" lvl="0" indent="0" algn="l" rtl="0">
              <a:lnSpc>
                <a:spcPct val="93000"/>
              </a:lnSpc>
              <a:spcBef>
                <a:spcPts val="0"/>
              </a:spcBef>
              <a:spcAft>
                <a:spcPts val="0"/>
              </a:spcAft>
              <a:buClr>
                <a:srgbClr val="000000"/>
              </a:buClr>
              <a:buSzPts val="3600"/>
              <a:buFont typeface="Times New Roman"/>
              <a:buNone/>
            </a:pPr>
            <a:r>
              <a:rPr lang="en-US" sz="3600" b="1" i="0" u="none" strike="noStrike" cap="none" dirty="0">
                <a:solidFill>
                  <a:srgbClr val="000000"/>
                </a:solidFill>
                <a:latin typeface="Times New Roman"/>
                <a:ea typeface="Times New Roman"/>
                <a:cs typeface="Times New Roman"/>
                <a:sym typeface="Times New Roman"/>
              </a:rPr>
              <a:t> Literature Survey of the existing system</a:t>
            </a:r>
            <a:endParaRPr sz="1400" b="0" i="0" u="none" strike="noStrike" cap="none" dirty="0">
              <a:solidFill>
                <a:srgbClr val="000000"/>
              </a:solidFill>
              <a:latin typeface="Arial"/>
              <a:ea typeface="Arial"/>
              <a:cs typeface="Arial"/>
              <a:sym typeface="Arial"/>
            </a:endParaRPr>
          </a:p>
        </p:txBody>
      </p:sp>
      <p:sp>
        <p:nvSpPr>
          <p:cNvPr id="139" name="Google Shape;139;p19"/>
          <p:cNvSpPr txBox="1"/>
          <p:nvPr/>
        </p:nvSpPr>
        <p:spPr>
          <a:xfrm>
            <a:off x="503237" y="1768475"/>
            <a:ext cx="9070975" cy="4989512"/>
          </a:xfrm>
          <a:prstGeom prst="rect">
            <a:avLst/>
          </a:prstGeom>
          <a:noFill/>
          <a:ln>
            <a:noFill/>
          </a:ln>
        </p:spPr>
        <p:txBody>
          <a:bodyPr spcFirstLastPara="1" wrap="square" lIns="0" tIns="21225" rIns="0" bIns="0" anchor="t" anchorCtr="0">
            <a:noAutofit/>
          </a:bodyPr>
          <a:lstStyle/>
          <a:p>
            <a:pPr marL="342900" marR="0" lvl="0" indent="-342900" algn="just" rtl="0">
              <a:lnSpc>
                <a:spcPct val="100000"/>
              </a:lnSpc>
              <a:spcBef>
                <a:spcPts val="0"/>
              </a:spcBef>
              <a:spcAft>
                <a:spcPts val="0"/>
              </a:spcAft>
              <a:buClr>
                <a:schemeClr val="lt1"/>
              </a:buClr>
              <a:buSzPts val="2400"/>
              <a:buFont typeface="Trebuchet MS"/>
              <a:buNone/>
            </a:pPr>
            <a:endParaRPr sz="2400" b="1" i="1"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1" i="1" u="none" strike="noStrike" cap="none">
              <a:solidFill>
                <a:srgbClr val="000000"/>
              </a:solidFill>
              <a:latin typeface="Arial"/>
              <a:ea typeface="Arial"/>
              <a:cs typeface="Arial"/>
              <a:sym typeface="Arial"/>
            </a:endParaRPr>
          </a:p>
        </p:txBody>
      </p:sp>
      <p:graphicFrame>
        <p:nvGraphicFramePr>
          <p:cNvPr id="140" name="Google Shape;140;p19"/>
          <p:cNvGraphicFramePr/>
          <p:nvPr>
            <p:extLst>
              <p:ext uri="{D42A27DB-BD31-4B8C-83A1-F6EECF244321}">
                <p14:modId xmlns:p14="http://schemas.microsoft.com/office/powerpoint/2010/main" val="944512939"/>
              </p:ext>
            </p:extLst>
          </p:nvPr>
        </p:nvGraphicFramePr>
        <p:xfrm>
          <a:off x="0" y="947737"/>
          <a:ext cx="10092690" cy="6334125"/>
        </p:xfrm>
        <a:graphic>
          <a:graphicData uri="http://schemas.openxmlformats.org/drawingml/2006/table">
            <a:tbl>
              <a:tblPr>
                <a:noFill/>
                <a:tableStyleId>{FCE3C61E-D263-43CF-9915-1912655C6997}</a:tableStyleId>
              </a:tblPr>
              <a:tblGrid>
                <a:gridCol w="589550">
                  <a:extLst>
                    <a:ext uri="{9D8B030D-6E8A-4147-A177-3AD203B41FA5}">
                      <a16:colId xmlns:a16="http://schemas.microsoft.com/office/drawing/2014/main" val="20000"/>
                    </a:ext>
                  </a:extLst>
                </a:gridCol>
                <a:gridCol w="1806700">
                  <a:extLst>
                    <a:ext uri="{9D8B030D-6E8A-4147-A177-3AD203B41FA5}">
                      <a16:colId xmlns:a16="http://schemas.microsoft.com/office/drawing/2014/main" val="20001"/>
                    </a:ext>
                  </a:extLst>
                </a:gridCol>
                <a:gridCol w="1445150">
                  <a:extLst>
                    <a:ext uri="{9D8B030D-6E8A-4147-A177-3AD203B41FA5}">
                      <a16:colId xmlns:a16="http://schemas.microsoft.com/office/drawing/2014/main" val="20002"/>
                    </a:ext>
                  </a:extLst>
                </a:gridCol>
                <a:gridCol w="943550">
                  <a:extLst>
                    <a:ext uri="{9D8B030D-6E8A-4147-A177-3AD203B41FA5}">
                      <a16:colId xmlns:a16="http://schemas.microsoft.com/office/drawing/2014/main" val="20003"/>
                    </a:ext>
                  </a:extLst>
                </a:gridCol>
                <a:gridCol w="1818800">
                  <a:extLst>
                    <a:ext uri="{9D8B030D-6E8A-4147-A177-3AD203B41FA5}">
                      <a16:colId xmlns:a16="http://schemas.microsoft.com/office/drawing/2014/main" val="20004"/>
                    </a:ext>
                  </a:extLst>
                </a:gridCol>
                <a:gridCol w="2022875">
                  <a:extLst>
                    <a:ext uri="{9D8B030D-6E8A-4147-A177-3AD203B41FA5}">
                      <a16:colId xmlns:a16="http://schemas.microsoft.com/office/drawing/2014/main" val="20005"/>
                    </a:ext>
                  </a:extLst>
                </a:gridCol>
                <a:gridCol w="1466065">
                  <a:extLst>
                    <a:ext uri="{9D8B030D-6E8A-4147-A177-3AD203B41FA5}">
                      <a16:colId xmlns:a16="http://schemas.microsoft.com/office/drawing/2014/main" val="20006"/>
                    </a:ext>
                  </a:extLst>
                </a:gridCol>
              </a:tblGrid>
              <a:tr h="727075">
                <a:tc>
                  <a:txBody>
                    <a:bodyPr/>
                    <a:lstStyle/>
                    <a:p>
                      <a:pPr marL="90487" marR="0" lvl="0" indent="0" algn="l" rtl="0">
                        <a:lnSpc>
                          <a:spcPct val="115000"/>
                        </a:lnSpc>
                        <a:spcBef>
                          <a:spcPts val="0"/>
                        </a:spcBef>
                        <a:spcAft>
                          <a:spcPts val="0"/>
                        </a:spcAft>
                        <a:buClr>
                          <a:srgbClr val="FFFFFF"/>
                        </a:buClr>
                        <a:buSzPts val="2000"/>
                        <a:buFont typeface="Trebuchet MS"/>
                        <a:buNone/>
                      </a:pPr>
                      <a:r>
                        <a:rPr lang="en-US" sz="2000" b="1" i="0" u="none" strike="noStrike" cap="none">
                          <a:solidFill>
                            <a:srgbClr val="FFFFFF"/>
                          </a:solidFill>
                          <a:latin typeface="Trebuchet MS"/>
                          <a:ea typeface="Trebuchet MS"/>
                          <a:cs typeface="Trebuchet MS"/>
                          <a:sym typeface="Trebuchet MS"/>
                        </a:rPr>
                        <a:t>SR. NO</a:t>
                      </a:r>
                      <a:endParaRPr sz="1400" u="none" strike="noStrike" cap="none"/>
                    </a:p>
                  </a:txBody>
                  <a:tcPr marL="0" marR="0" marT="50050"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18700" cap="flat" cmpd="sng">
                      <a:solidFill>
                        <a:srgbClr val="FFFFFF"/>
                      </a:solidFill>
                      <a:prstDash val="solid"/>
                      <a:round/>
                      <a:headEnd type="none" w="sm" len="sm"/>
                      <a:tailEnd type="none" w="sm" len="sm"/>
                    </a:lnT>
                    <a:lnB w="56875" cap="flat" cmpd="sng">
                      <a:solidFill>
                        <a:srgbClr val="FFFFFF"/>
                      </a:solidFill>
                      <a:prstDash val="solid"/>
                      <a:round/>
                      <a:headEnd type="none" w="sm" len="sm"/>
                      <a:tailEnd type="none" w="sm" len="sm"/>
                    </a:lnB>
                    <a:solidFill>
                      <a:srgbClr val="5FC9ED"/>
                    </a:solidFill>
                  </a:tcPr>
                </a:tc>
                <a:tc>
                  <a:txBody>
                    <a:bodyPr/>
                    <a:lstStyle/>
                    <a:p>
                      <a:pPr marL="92075" marR="0" lvl="0" indent="0" algn="l" rtl="0">
                        <a:lnSpc>
                          <a:spcPct val="97000"/>
                        </a:lnSpc>
                        <a:spcBef>
                          <a:spcPts val="0"/>
                        </a:spcBef>
                        <a:spcAft>
                          <a:spcPts val="0"/>
                        </a:spcAft>
                        <a:buClr>
                          <a:srgbClr val="FFFFFF"/>
                        </a:buClr>
                        <a:buSzPts val="2000"/>
                        <a:buFont typeface="Trebuchet MS"/>
                        <a:buNone/>
                      </a:pPr>
                      <a:r>
                        <a:rPr lang="en-US" sz="2000" b="1" i="0" u="none" strike="noStrike" cap="none">
                          <a:solidFill>
                            <a:srgbClr val="FFFFFF"/>
                          </a:solidFill>
                          <a:latin typeface="Trebuchet MS"/>
                          <a:ea typeface="Trebuchet MS"/>
                          <a:cs typeface="Trebuchet MS"/>
                          <a:sym typeface="Trebuchet MS"/>
                        </a:rPr>
                        <a:t>TITLE</a:t>
                      </a:r>
                      <a:endParaRPr sz="1400" u="none" strike="noStrike" cap="none"/>
                    </a:p>
                  </a:txBody>
                  <a:tcPr marL="0" marR="0" marT="42475"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18700" cap="flat" cmpd="sng">
                      <a:solidFill>
                        <a:srgbClr val="FFFFFF"/>
                      </a:solidFill>
                      <a:prstDash val="solid"/>
                      <a:round/>
                      <a:headEnd type="none" w="sm" len="sm"/>
                      <a:tailEnd type="none" w="sm" len="sm"/>
                    </a:lnT>
                    <a:lnB w="56875" cap="flat" cmpd="sng">
                      <a:solidFill>
                        <a:srgbClr val="FFFFFF"/>
                      </a:solidFill>
                      <a:prstDash val="solid"/>
                      <a:round/>
                      <a:headEnd type="none" w="sm" len="sm"/>
                      <a:tailEnd type="none" w="sm" len="sm"/>
                    </a:lnB>
                    <a:solidFill>
                      <a:srgbClr val="5FC9ED"/>
                    </a:solidFill>
                  </a:tcPr>
                </a:tc>
                <a:tc>
                  <a:txBody>
                    <a:bodyPr/>
                    <a:lstStyle/>
                    <a:p>
                      <a:pPr marL="93662" marR="0" lvl="0" indent="0" algn="l" rtl="0">
                        <a:lnSpc>
                          <a:spcPct val="97000"/>
                        </a:lnSpc>
                        <a:spcBef>
                          <a:spcPts val="0"/>
                        </a:spcBef>
                        <a:spcAft>
                          <a:spcPts val="0"/>
                        </a:spcAft>
                        <a:buClr>
                          <a:srgbClr val="FFFFFF"/>
                        </a:buClr>
                        <a:buSzPts val="2000"/>
                        <a:buFont typeface="Trebuchet MS"/>
                        <a:buNone/>
                      </a:pPr>
                      <a:r>
                        <a:rPr lang="en-US" sz="2000" b="1" i="0" u="none" strike="noStrike" cap="none">
                          <a:solidFill>
                            <a:srgbClr val="FFFFFF"/>
                          </a:solidFill>
                          <a:latin typeface="Trebuchet MS"/>
                          <a:ea typeface="Trebuchet MS"/>
                          <a:cs typeface="Trebuchet MS"/>
                          <a:sym typeface="Trebuchet MS"/>
                        </a:rPr>
                        <a:t>AUTHOR</a:t>
                      </a:r>
                      <a:endParaRPr sz="1400" u="none" strike="noStrike" cap="none"/>
                    </a:p>
                  </a:txBody>
                  <a:tcPr marL="0" marR="0" marT="42475"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18700" cap="flat" cmpd="sng">
                      <a:solidFill>
                        <a:srgbClr val="FFFFFF"/>
                      </a:solidFill>
                      <a:prstDash val="solid"/>
                      <a:round/>
                      <a:headEnd type="none" w="sm" len="sm"/>
                      <a:tailEnd type="none" w="sm" len="sm"/>
                    </a:lnT>
                    <a:lnB w="56875" cap="flat" cmpd="sng">
                      <a:solidFill>
                        <a:srgbClr val="FFFFFF"/>
                      </a:solidFill>
                      <a:prstDash val="solid"/>
                      <a:round/>
                      <a:headEnd type="none" w="sm" len="sm"/>
                      <a:tailEnd type="none" w="sm" len="sm"/>
                    </a:lnB>
                    <a:solidFill>
                      <a:srgbClr val="5FC9ED"/>
                    </a:solidFill>
                  </a:tcPr>
                </a:tc>
                <a:tc>
                  <a:txBody>
                    <a:bodyPr/>
                    <a:lstStyle/>
                    <a:p>
                      <a:pPr marL="95250" marR="0" lvl="0" indent="0" algn="l" rtl="0">
                        <a:lnSpc>
                          <a:spcPct val="97000"/>
                        </a:lnSpc>
                        <a:spcBef>
                          <a:spcPts val="0"/>
                        </a:spcBef>
                        <a:spcAft>
                          <a:spcPts val="0"/>
                        </a:spcAft>
                        <a:buClr>
                          <a:srgbClr val="FFFFFF"/>
                        </a:buClr>
                        <a:buSzPts val="2000"/>
                        <a:buFont typeface="Trebuchet MS"/>
                        <a:buNone/>
                      </a:pPr>
                      <a:r>
                        <a:rPr lang="en-US" sz="2000" b="1" i="0" u="none" strike="noStrike" cap="none">
                          <a:solidFill>
                            <a:srgbClr val="FFFFFF"/>
                          </a:solidFill>
                          <a:latin typeface="Trebuchet MS"/>
                          <a:ea typeface="Trebuchet MS"/>
                          <a:cs typeface="Trebuchet MS"/>
                          <a:sym typeface="Trebuchet MS"/>
                        </a:rPr>
                        <a:t>YEAR</a:t>
                      </a:r>
                      <a:endParaRPr sz="1400" u="none" strike="noStrike" cap="none"/>
                    </a:p>
                  </a:txBody>
                  <a:tcPr marL="0" marR="0" marT="42475"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18700" cap="flat" cmpd="sng">
                      <a:solidFill>
                        <a:srgbClr val="FFFFFF"/>
                      </a:solidFill>
                      <a:prstDash val="solid"/>
                      <a:round/>
                      <a:headEnd type="none" w="sm" len="sm"/>
                      <a:tailEnd type="none" w="sm" len="sm"/>
                    </a:lnT>
                    <a:lnB w="56875" cap="flat" cmpd="sng">
                      <a:solidFill>
                        <a:srgbClr val="FFFFFF"/>
                      </a:solidFill>
                      <a:prstDash val="solid"/>
                      <a:round/>
                      <a:headEnd type="none" w="sm" len="sm"/>
                      <a:tailEnd type="none" w="sm" len="sm"/>
                    </a:lnB>
                    <a:solidFill>
                      <a:srgbClr val="5FC9ED"/>
                    </a:solidFill>
                  </a:tcPr>
                </a:tc>
                <a:tc>
                  <a:txBody>
                    <a:bodyPr/>
                    <a:lstStyle/>
                    <a:p>
                      <a:pPr marL="96837" marR="0" lvl="0" indent="0" algn="l" rtl="0">
                        <a:lnSpc>
                          <a:spcPct val="97000"/>
                        </a:lnSpc>
                        <a:spcBef>
                          <a:spcPts val="0"/>
                        </a:spcBef>
                        <a:spcAft>
                          <a:spcPts val="0"/>
                        </a:spcAft>
                        <a:buClr>
                          <a:srgbClr val="FFFFFF"/>
                        </a:buClr>
                        <a:buSzPts val="2000"/>
                        <a:buFont typeface="Trebuchet MS"/>
                        <a:buNone/>
                      </a:pPr>
                      <a:r>
                        <a:rPr lang="en-US" sz="2000" b="1" i="0" u="none" strike="noStrike" cap="none">
                          <a:solidFill>
                            <a:srgbClr val="FFFFFF"/>
                          </a:solidFill>
                          <a:latin typeface="Trebuchet MS"/>
                          <a:ea typeface="Trebuchet MS"/>
                          <a:cs typeface="Trebuchet MS"/>
                          <a:sym typeface="Trebuchet MS"/>
                        </a:rPr>
                        <a:t>OUTCOMES</a:t>
                      </a:r>
                      <a:endParaRPr sz="1400" u="none" strike="noStrike" cap="none"/>
                    </a:p>
                  </a:txBody>
                  <a:tcPr marL="0" marR="0" marT="42475"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18700" cap="flat" cmpd="sng">
                      <a:solidFill>
                        <a:srgbClr val="FFFFFF"/>
                      </a:solidFill>
                      <a:prstDash val="solid"/>
                      <a:round/>
                      <a:headEnd type="none" w="sm" len="sm"/>
                      <a:tailEnd type="none" w="sm" len="sm"/>
                    </a:lnT>
                    <a:lnB w="56875" cap="flat" cmpd="sng">
                      <a:solidFill>
                        <a:srgbClr val="FFFFFF"/>
                      </a:solidFill>
                      <a:prstDash val="solid"/>
                      <a:round/>
                      <a:headEnd type="none" w="sm" len="sm"/>
                      <a:tailEnd type="none" w="sm" len="sm"/>
                    </a:lnB>
                    <a:solidFill>
                      <a:srgbClr val="5FC9ED"/>
                    </a:solidFill>
                  </a:tcPr>
                </a:tc>
                <a:tc>
                  <a:txBody>
                    <a:bodyPr/>
                    <a:lstStyle/>
                    <a:p>
                      <a:pPr marL="98425" marR="0" lvl="0" indent="0" algn="l" rtl="0">
                        <a:lnSpc>
                          <a:spcPct val="97000"/>
                        </a:lnSpc>
                        <a:spcBef>
                          <a:spcPts val="0"/>
                        </a:spcBef>
                        <a:spcAft>
                          <a:spcPts val="0"/>
                        </a:spcAft>
                        <a:buClr>
                          <a:srgbClr val="FFFFFF"/>
                        </a:buClr>
                        <a:buSzPts val="2000"/>
                        <a:buFont typeface="Trebuchet MS"/>
                        <a:buNone/>
                      </a:pPr>
                      <a:r>
                        <a:rPr lang="en-US" sz="2000" b="1" i="0" u="none" strike="noStrike" cap="none">
                          <a:solidFill>
                            <a:srgbClr val="FFFFFF"/>
                          </a:solidFill>
                          <a:latin typeface="Trebuchet MS"/>
                          <a:ea typeface="Trebuchet MS"/>
                          <a:cs typeface="Trebuchet MS"/>
                          <a:sym typeface="Trebuchet MS"/>
                        </a:rPr>
                        <a:t>METHODOLOGY</a:t>
                      </a:r>
                      <a:endParaRPr sz="1400" u="none" strike="noStrike" cap="none"/>
                    </a:p>
                  </a:txBody>
                  <a:tcPr marL="0" marR="0" marT="42475"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18700" cap="flat" cmpd="sng">
                      <a:solidFill>
                        <a:srgbClr val="FFFFFF"/>
                      </a:solidFill>
                      <a:prstDash val="solid"/>
                      <a:round/>
                      <a:headEnd type="none" w="sm" len="sm"/>
                      <a:tailEnd type="none" w="sm" len="sm"/>
                    </a:lnT>
                    <a:lnB w="56875" cap="flat" cmpd="sng">
                      <a:solidFill>
                        <a:srgbClr val="FFFFFF"/>
                      </a:solidFill>
                      <a:prstDash val="solid"/>
                      <a:round/>
                      <a:headEnd type="none" w="sm" len="sm"/>
                      <a:tailEnd type="none" w="sm" len="sm"/>
                    </a:lnB>
                    <a:solidFill>
                      <a:srgbClr val="5FC9ED"/>
                    </a:solidFill>
                  </a:tcPr>
                </a:tc>
                <a:tc>
                  <a:txBody>
                    <a:bodyPr/>
                    <a:lstStyle/>
                    <a:p>
                      <a:pPr marL="100012" marR="0" lvl="0" indent="0" algn="l" rtl="0">
                        <a:lnSpc>
                          <a:spcPct val="97000"/>
                        </a:lnSpc>
                        <a:spcBef>
                          <a:spcPts val="0"/>
                        </a:spcBef>
                        <a:spcAft>
                          <a:spcPts val="0"/>
                        </a:spcAft>
                        <a:buClr>
                          <a:srgbClr val="FFFFFF"/>
                        </a:buClr>
                        <a:buSzPts val="2000"/>
                        <a:buFont typeface="Trebuchet MS"/>
                        <a:buNone/>
                      </a:pPr>
                      <a:r>
                        <a:rPr lang="en-US" sz="2000" b="1" i="0" u="none" strike="noStrike" cap="none">
                          <a:solidFill>
                            <a:srgbClr val="FFFFFF"/>
                          </a:solidFill>
                          <a:latin typeface="Trebuchet MS"/>
                          <a:ea typeface="Trebuchet MS"/>
                          <a:cs typeface="Trebuchet MS"/>
                          <a:sym typeface="Trebuchet MS"/>
                        </a:rPr>
                        <a:t>RESULT</a:t>
                      </a:r>
                      <a:endParaRPr sz="1400" u="none" strike="noStrike" cap="none"/>
                    </a:p>
                  </a:txBody>
                  <a:tcPr marL="0" marR="0" marT="42475"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18700" cap="flat" cmpd="sng">
                      <a:solidFill>
                        <a:srgbClr val="FFFFFF"/>
                      </a:solidFill>
                      <a:prstDash val="solid"/>
                      <a:round/>
                      <a:headEnd type="none" w="sm" len="sm"/>
                      <a:tailEnd type="none" w="sm" len="sm"/>
                    </a:lnT>
                    <a:lnB w="56875" cap="flat" cmpd="sng">
                      <a:solidFill>
                        <a:srgbClr val="FFFFFF"/>
                      </a:solidFill>
                      <a:prstDash val="solid"/>
                      <a:round/>
                      <a:headEnd type="none" w="sm" len="sm"/>
                      <a:tailEnd type="none" w="sm" len="sm"/>
                    </a:lnB>
                    <a:solidFill>
                      <a:srgbClr val="5FC9ED"/>
                    </a:solidFill>
                  </a:tcPr>
                </a:tc>
                <a:extLst>
                  <a:ext uri="{0D108BD9-81ED-4DB2-BD59-A6C34878D82A}">
                    <a16:rowId xmlns:a16="http://schemas.microsoft.com/office/drawing/2014/main" val="10000"/>
                  </a:ext>
                </a:extLst>
              </a:tr>
              <a:tr h="5607050">
                <a:tc>
                  <a:txBody>
                    <a:bodyPr/>
                    <a:lstStyle/>
                    <a:p>
                      <a:pPr marL="90487" marR="0" lvl="0" indent="0" algn="l" rtl="0">
                        <a:lnSpc>
                          <a:spcPct val="97000"/>
                        </a:lnSpc>
                        <a:spcBef>
                          <a:spcPts val="0"/>
                        </a:spcBef>
                        <a:spcAft>
                          <a:spcPts val="0"/>
                        </a:spcAft>
                        <a:buClr>
                          <a:srgbClr val="000000"/>
                        </a:buClr>
                        <a:buSzPts val="2100"/>
                        <a:buFont typeface="Times New Roman"/>
                        <a:buNone/>
                      </a:pPr>
                      <a:r>
                        <a:rPr lang="en-US" sz="2100" b="0" i="0" u="none" strike="noStrike" cap="none">
                          <a:solidFill>
                            <a:srgbClr val="000000"/>
                          </a:solidFill>
                          <a:latin typeface="Times New Roman"/>
                          <a:ea typeface="Times New Roman"/>
                          <a:cs typeface="Times New Roman"/>
                          <a:sym typeface="Times New Roman"/>
                        </a:rPr>
                        <a:t>3.</a:t>
                      </a:r>
                      <a:endParaRPr sz="1400" u="none" strike="noStrike" cap="none"/>
                    </a:p>
                  </a:txBody>
                  <a:tcPr marL="0" marR="0" marT="43575"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56875" cap="flat" cmpd="sng">
                      <a:solidFill>
                        <a:srgbClr val="FFFFFF"/>
                      </a:solidFill>
                      <a:prstDash val="solid"/>
                      <a:round/>
                      <a:headEnd type="none" w="sm" len="sm"/>
                      <a:tailEnd type="none" w="sm" len="sm"/>
                    </a:lnT>
                    <a:lnB w="18700" cap="flat" cmpd="sng">
                      <a:solidFill>
                        <a:srgbClr val="FFFFFF"/>
                      </a:solidFill>
                      <a:prstDash val="solid"/>
                      <a:round/>
                      <a:headEnd type="none" w="sm" len="sm"/>
                      <a:tailEnd type="none" w="sm" len="sm"/>
                    </a:lnB>
                    <a:solidFill>
                      <a:srgbClr val="D2EBF8"/>
                    </a:solidFill>
                  </a:tcPr>
                </a:tc>
                <a:tc>
                  <a:txBody>
                    <a:bodyPr/>
                    <a:lstStyle/>
                    <a:p>
                      <a:pPr marL="92075" marR="0" lvl="0" indent="0" algn="l" rtl="0">
                        <a:lnSpc>
                          <a:spcPct val="97000"/>
                        </a:lnSpc>
                        <a:spcBef>
                          <a:spcPts val="0"/>
                        </a:spcBef>
                        <a:spcAft>
                          <a:spcPts val="0"/>
                        </a:spcAft>
                        <a:buClr>
                          <a:srgbClr val="000000"/>
                        </a:buClr>
                        <a:buSzPts val="2100"/>
                        <a:buFont typeface="Times New Roman"/>
                        <a:buNone/>
                      </a:pPr>
                      <a:r>
                        <a:rPr lang="en-US" sz="2100" u="none" strike="noStrike" cap="none">
                          <a:latin typeface="Times New Roman"/>
                          <a:ea typeface="Times New Roman"/>
                          <a:cs typeface="Times New Roman"/>
                          <a:sym typeface="Times New Roman"/>
                        </a:rPr>
                        <a:t>Word Cloud of Online Hotel Reviews in Myanmar for Customer Satisfaction Analysis[3]</a:t>
                      </a:r>
                      <a:endParaRPr sz="2100" u="none" strike="noStrike" cap="none">
                        <a:latin typeface="Times New Roman"/>
                        <a:ea typeface="Times New Roman"/>
                        <a:cs typeface="Times New Roman"/>
                        <a:sym typeface="Times New Roman"/>
                      </a:endParaRPr>
                    </a:p>
                  </a:txBody>
                  <a:tcPr marL="0" marR="0" marT="36725"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56875" cap="flat" cmpd="sng">
                      <a:solidFill>
                        <a:srgbClr val="FFFFFF"/>
                      </a:solidFill>
                      <a:prstDash val="solid"/>
                      <a:round/>
                      <a:headEnd type="none" w="sm" len="sm"/>
                      <a:tailEnd type="none" w="sm" len="sm"/>
                    </a:lnT>
                    <a:lnB w="18700" cap="flat" cmpd="sng">
                      <a:solidFill>
                        <a:srgbClr val="FFFFFF"/>
                      </a:solidFill>
                      <a:prstDash val="solid"/>
                      <a:round/>
                      <a:headEnd type="none" w="sm" len="sm"/>
                      <a:tailEnd type="none" w="sm" len="sm"/>
                    </a:lnB>
                    <a:solidFill>
                      <a:srgbClr val="D2EBF8"/>
                    </a:solidFill>
                  </a:tcPr>
                </a:tc>
                <a:tc>
                  <a:txBody>
                    <a:bodyPr/>
                    <a:lstStyle/>
                    <a:p>
                      <a:pPr marL="93662" marR="0" lvl="0" indent="0" algn="l" rtl="0">
                        <a:lnSpc>
                          <a:spcPct val="97000"/>
                        </a:lnSpc>
                        <a:spcBef>
                          <a:spcPts val="0"/>
                        </a:spcBef>
                        <a:spcAft>
                          <a:spcPts val="0"/>
                        </a:spcAft>
                        <a:buClr>
                          <a:srgbClr val="000000"/>
                        </a:buClr>
                        <a:buSzPts val="2100"/>
                        <a:buFont typeface="Times New Roman"/>
                        <a:buNone/>
                      </a:pPr>
                      <a:r>
                        <a:rPr lang="en-US" sz="2100" u="none" strike="noStrike" cap="none">
                          <a:latin typeface="Times New Roman"/>
                          <a:ea typeface="Times New Roman"/>
                          <a:cs typeface="Times New Roman"/>
                          <a:sym typeface="Times New Roman"/>
                        </a:rPr>
                        <a:t>Phasit Charoenkwan</a:t>
                      </a:r>
                      <a:endParaRPr sz="2100" u="none" strike="noStrike" cap="none">
                        <a:latin typeface="Times New Roman"/>
                        <a:ea typeface="Times New Roman"/>
                        <a:cs typeface="Times New Roman"/>
                        <a:sym typeface="Times New Roman"/>
                      </a:endParaRPr>
                    </a:p>
                  </a:txBody>
                  <a:tcPr marL="0" marR="0" marT="36725"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56875" cap="flat" cmpd="sng">
                      <a:solidFill>
                        <a:srgbClr val="FFFFFF"/>
                      </a:solidFill>
                      <a:prstDash val="solid"/>
                      <a:round/>
                      <a:headEnd type="none" w="sm" len="sm"/>
                      <a:tailEnd type="none" w="sm" len="sm"/>
                    </a:lnT>
                    <a:lnB w="18700" cap="flat" cmpd="sng">
                      <a:solidFill>
                        <a:srgbClr val="FFFFFF"/>
                      </a:solidFill>
                      <a:prstDash val="solid"/>
                      <a:round/>
                      <a:headEnd type="none" w="sm" len="sm"/>
                      <a:tailEnd type="none" w="sm" len="sm"/>
                    </a:lnB>
                    <a:solidFill>
                      <a:srgbClr val="D2EBF8"/>
                    </a:solidFill>
                  </a:tcPr>
                </a:tc>
                <a:tc>
                  <a:txBody>
                    <a:bodyPr/>
                    <a:lstStyle/>
                    <a:p>
                      <a:pPr marL="95250" marR="0" lvl="0" indent="0" algn="l" rtl="0">
                        <a:lnSpc>
                          <a:spcPct val="97000"/>
                        </a:lnSpc>
                        <a:spcBef>
                          <a:spcPts val="0"/>
                        </a:spcBef>
                        <a:spcAft>
                          <a:spcPts val="0"/>
                        </a:spcAft>
                        <a:buClr>
                          <a:srgbClr val="000000"/>
                        </a:buClr>
                        <a:buSzPts val="2100"/>
                        <a:buFont typeface="Times New Roman"/>
                        <a:buNone/>
                      </a:pPr>
                      <a:r>
                        <a:rPr lang="en-US" sz="2100" b="0" i="0" u="none" strike="noStrike" cap="none" dirty="0">
                          <a:solidFill>
                            <a:srgbClr val="000000"/>
                          </a:solidFill>
                          <a:latin typeface="Times New Roman"/>
                          <a:ea typeface="Times New Roman"/>
                          <a:cs typeface="Times New Roman"/>
                          <a:sym typeface="Times New Roman"/>
                        </a:rPr>
                        <a:t>20</a:t>
                      </a:r>
                      <a:r>
                        <a:rPr lang="en-US" sz="2100" dirty="0">
                          <a:latin typeface="Times New Roman"/>
                          <a:ea typeface="Times New Roman"/>
                          <a:cs typeface="Times New Roman"/>
                          <a:sym typeface="Times New Roman"/>
                        </a:rPr>
                        <a:t>23</a:t>
                      </a:r>
                      <a:endParaRPr sz="1400" u="none" strike="noStrike" cap="none" dirty="0"/>
                    </a:p>
                  </a:txBody>
                  <a:tcPr marL="0" marR="0" marT="43575"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56875" cap="flat" cmpd="sng">
                      <a:solidFill>
                        <a:srgbClr val="FFFFFF"/>
                      </a:solidFill>
                      <a:prstDash val="solid"/>
                      <a:round/>
                      <a:headEnd type="none" w="sm" len="sm"/>
                      <a:tailEnd type="none" w="sm" len="sm"/>
                    </a:lnT>
                    <a:lnB w="18700" cap="flat" cmpd="sng">
                      <a:solidFill>
                        <a:srgbClr val="FFFFFF"/>
                      </a:solidFill>
                      <a:prstDash val="solid"/>
                      <a:round/>
                      <a:headEnd type="none" w="sm" len="sm"/>
                      <a:tailEnd type="none" w="sm" len="sm"/>
                    </a:lnB>
                    <a:solidFill>
                      <a:srgbClr val="D2EBF8"/>
                    </a:solidFill>
                  </a:tcPr>
                </a:tc>
                <a:tc>
                  <a:txBody>
                    <a:bodyPr/>
                    <a:lstStyle/>
                    <a:p>
                      <a:pPr marL="96837" marR="0" lvl="0" indent="0" algn="l" rtl="0">
                        <a:lnSpc>
                          <a:spcPct val="97000"/>
                        </a:lnSpc>
                        <a:spcBef>
                          <a:spcPts val="0"/>
                        </a:spcBef>
                        <a:spcAft>
                          <a:spcPts val="0"/>
                        </a:spcAft>
                        <a:buClr>
                          <a:srgbClr val="000000"/>
                        </a:buClr>
                        <a:buSzPts val="2100"/>
                        <a:buFont typeface="Times New Roman"/>
                        <a:buNone/>
                      </a:pPr>
                      <a:r>
                        <a:rPr lang="en-US" sz="2100" u="none" strike="noStrike" cap="none">
                          <a:latin typeface="Times New Roman"/>
                          <a:ea typeface="Times New Roman"/>
                          <a:cs typeface="Times New Roman"/>
                          <a:sym typeface="Times New Roman"/>
                        </a:rPr>
                        <a:t>Identified key factors influencing hotel customer satisfaction/dissatisfaction in Myanmar</a:t>
                      </a:r>
                      <a:r>
                        <a:rPr lang="en-US" sz="2400" u="none" strike="noStrike" cap="none"/>
                        <a:t>.</a:t>
                      </a:r>
                      <a:endParaRPr sz="1400" u="none" strike="noStrike" cap="none"/>
                    </a:p>
                  </a:txBody>
                  <a:tcPr marL="0" marR="0" marT="18350"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56875" cap="flat" cmpd="sng">
                      <a:solidFill>
                        <a:srgbClr val="FFFFFF"/>
                      </a:solidFill>
                      <a:prstDash val="solid"/>
                      <a:round/>
                      <a:headEnd type="none" w="sm" len="sm"/>
                      <a:tailEnd type="none" w="sm" len="sm"/>
                    </a:lnT>
                    <a:lnB w="18700" cap="flat" cmpd="sng">
                      <a:solidFill>
                        <a:srgbClr val="FFFFFF"/>
                      </a:solidFill>
                      <a:prstDash val="solid"/>
                      <a:round/>
                      <a:headEnd type="none" w="sm" len="sm"/>
                      <a:tailEnd type="none" w="sm" len="sm"/>
                    </a:lnB>
                    <a:solidFill>
                      <a:srgbClr val="D2EBF8"/>
                    </a:solidFill>
                  </a:tcPr>
                </a:tc>
                <a:tc>
                  <a:txBody>
                    <a:bodyPr/>
                    <a:lstStyle/>
                    <a:p>
                      <a:pPr marL="98425" marR="0" lvl="0" indent="0" algn="l" rtl="0">
                        <a:lnSpc>
                          <a:spcPct val="97000"/>
                        </a:lnSpc>
                        <a:spcBef>
                          <a:spcPts val="0"/>
                        </a:spcBef>
                        <a:spcAft>
                          <a:spcPts val="0"/>
                        </a:spcAft>
                        <a:buClr>
                          <a:srgbClr val="000000"/>
                        </a:buClr>
                        <a:buSzPts val="2100"/>
                        <a:buFont typeface="Times New Roman"/>
                        <a:buNone/>
                      </a:pPr>
                      <a:r>
                        <a:rPr lang="en-US" sz="2100" u="none" strike="noStrike" cap="none">
                          <a:latin typeface="Times New Roman"/>
                          <a:ea typeface="Times New Roman"/>
                          <a:cs typeface="Times New Roman"/>
                          <a:sym typeface="Times New Roman"/>
                        </a:rPr>
                        <a:t>Analyzed 682 online reviews from TripAdvisor using word cloud and clustering techniques.</a:t>
                      </a:r>
                      <a:endParaRPr sz="2100" u="none" strike="noStrike" cap="none">
                        <a:latin typeface="Times New Roman"/>
                        <a:ea typeface="Times New Roman"/>
                        <a:cs typeface="Times New Roman"/>
                        <a:sym typeface="Times New Roman"/>
                      </a:endParaRPr>
                    </a:p>
                  </a:txBody>
                  <a:tcPr marL="0" marR="0" marT="18350"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56875" cap="flat" cmpd="sng">
                      <a:solidFill>
                        <a:srgbClr val="FFFFFF"/>
                      </a:solidFill>
                      <a:prstDash val="solid"/>
                      <a:round/>
                      <a:headEnd type="none" w="sm" len="sm"/>
                      <a:tailEnd type="none" w="sm" len="sm"/>
                    </a:lnT>
                    <a:lnB w="18700" cap="flat" cmpd="sng">
                      <a:solidFill>
                        <a:srgbClr val="FFFFFF"/>
                      </a:solidFill>
                      <a:prstDash val="solid"/>
                      <a:round/>
                      <a:headEnd type="none" w="sm" len="sm"/>
                      <a:tailEnd type="none" w="sm" len="sm"/>
                    </a:lnB>
                    <a:solidFill>
                      <a:srgbClr val="D2EBF8"/>
                    </a:solidFill>
                  </a:tcPr>
                </a:tc>
                <a:tc>
                  <a:txBody>
                    <a:bodyPr/>
                    <a:lstStyle/>
                    <a:p>
                      <a:pPr marL="100012" marR="0" lvl="0" indent="0" algn="l" rtl="0">
                        <a:lnSpc>
                          <a:spcPct val="97000"/>
                        </a:lnSpc>
                        <a:spcBef>
                          <a:spcPts val="0"/>
                        </a:spcBef>
                        <a:spcAft>
                          <a:spcPts val="0"/>
                        </a:spcAft>
                        <a:buClr>
                          <a:srgbClr val="000000"/>
                        </a:buClr>
                        <a:buSzPts val="2100"/>
                        <a:buFont typeface="Times New Roman"/>
                        <a:buNone/>
                      </a:pPr>
                      <a:r>
                        <a:rPr lang="en-US" sz="2100" u="none" strike="noStrike" cap="none" dirty="0">
                          <a:latin typeface="Times New Roman"/>
                          <a:ea typeface="Times New Roman"/>
                          <a:cs typeface="Times New Roman"/>
                          <a:sym typeface="Times New Roman"/>
                        </a:rPr>
                        <a:t>Satisfaction: Room, staff, pool, view, food. Dissatisfaction: Room cleanliness, internet, staff.</a:t>
                      </a:r>
                      <a:r>
                        <a:rPr lang="en-US" sz="2100" b="0" i="0" u="none" strike="noStrike" cap="none" dirty="0">
                          <a:solidFill>
                            <a:srgbClr val="000000"/>
                          </a:solidFill>
                          <a:latin typeface="Times New Roman"/>
                          <a:ea typeface="Times New Roman"/>
                          <a:cs typeface="Times New Roman"/>
                          <a:sym typeface="Times New Roman"/>
                        </a:rPr>
                        <a:t>.</a:t>
                      </a:r>
                      <a:endParaRPr sz="2100" u="none" strike="noStrike" cap="none" dirty="0">
                        <a:latin typeface="Times New Roman"/>
                        <a:ea typeface="Times New Roman"/>
                        <a:cs typeface="Times New Roman"/>
                        <a:sym typeface="Times New Roman"/>
                      </a:endParaRPr>
                    </a:p>
                  </a:txBody>
                  <a:tcPr marL="0" marR="0" marT="18350" marB="0">
                    <a:lnL w="18700" cap="flat" cmpd="sng">
                      <a:solidFill>
                        <a:srgbClr val="FFFFFF"/>
                      </a:solidFill>
                      <a:prstDash val="solid"/>
                      <a:round/>
                      <a:headEnd type="none" w="sm" len="sm"/>
                      <a:tailEnd type="none" w="sm" len="sm"/>
                    </a:lnL>
                    <a:lnR w="18700" cap="flat" cmpd="sng">
                      <a:solidFill>
                        <a:srgbClr val="FFFFFF"/>
                      </a:solidFill>
                      <a:prstDash val="solid"/>
                      <a:round/>
                      <a:headEnd type="none" w="sm" len="sm"/>
                      <a:tailEnd type="none" w="sm" len="sm"/>
                    </a:lnR>
                    <a:lnT w="56875" cap="flat" cmpd="sng">
                      <a:solidFill>
                        <a:srgbClr val="FFFFFF"/>
                      </a:solidFill>
                      <a:prstDash val="solid"/>
                      <a:round/>
                      <a:headEnd type="none" w="sm" len="sm"/>
                      <a:tailEnd type="none" w="sm" len="sm"/>
                    </a:lnT>
                    <a:lnB w="18700" cap="flat" cmpd="sng">
                      <a:solidFill>
                        <a:srgbClr val="FFFFFF"/>
                      </a:solidFill>
                      <a:prstDash val="solid"/>
                      <a:round/>
                      <a:headEnd type="none" w="sm" len="sm"/>
                      <a:tailEnd type="none" w="sm" len="sm"/>
                    </a:lnB>
                    <a:solidFill>
                      <a:srgbClr val="D2EBF8"/>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6"/>
        <p:cNvGrpSpPr/>
        <p:nvPr/>
      </p:nvGrpSpPr>
      <p:grpSpPr>
        <a:xfrm>
          <a:off x="0" y="0"/>
          <a:ext cx="0" cy="0"/>
          <a:chOff x="0" y="0"/>
          <a:chExt cx="0" cy="0"/>
        </a:xfrm>
      </p:grpSpPr>
      <p:sp>
        <p:nvSpPr>
          <p:cNvPr id="147" name="Google Shape;147;p20"/>
          <p:cNvSpPr txBox="1"/>
          <p:nvPr/>
        </p:nvSpPr>
        <p:spPr>
          <a:xfrm>
            <a:off x="503237" y="-3175"/>
            <a:ext cx="9070975" cy="1262062"/>
          </a:xfrm>
          <a:prstGeom prst="rect">
            <a:avLst/>
          </a:prstGeom>
          <a:noFill/>
          <a:ln>
            <a:noFill/>
          </a:ln>
        </p:spPr>
        <p:txBody>
          <a:bodyPr spcFirstLastPara="1" wrap="square" lIns="0" tIns="31675" rIns="0" bIns="0" anchor="ctr" anchorCtr="0">
            <a:noAutofit/>
          </a:bodyPr>
          <a:lstStyle/>
          <a:p>
            <a:pPr marL="0" marR="0" lvl="0" indent="0" algn="l" rtl="0">
              <a:lnSpc>
                <a:spcPct val="93000"/>
              </a:lnSpc>
              <a:spcBef>
                <a:spcPts val="0"/>
              </a:spcBef>
              <a:spcAft>
                <a:spcPts val="0"/>
              </a:spcAft>
              <a:buClr>
                <a:srgbClr val="000000"/>
              </a:buClr>
              <a:buSzPts val="3600"/>
              <a:buFont typeface="Times New Roman"/>
              <a:buNone/>
            </a:pPr>
            <a:r>
              <a:rPr lang="en-US" sz="3600" b="1" i="0" u="none" strike="noStrike" cap="none" dirty="0">
                <a:solidFill>
                  <a:srgbClr val="000000"/>
                </a:solidFill>
                <a:latin typeface="Times New Roman"/>
                <a:ea typeface="Times New Roman"/>
                <a:cs typeface="Times New Roman"/>
                <a:sym typeface="Times New Roman"/>
              </a:rPr>
              <a:t> Limitations of existing systems </a:t>
            </a:r>
            <a:endParaRPr sz="1400" b="0" i="0" u="none" strike="noStrike" cap="none" dirty="0">
              <a:solidFill>
                <a:srgbClr val="000000"/>
              </a:solidFill>
              <a:latin typeface="Arial"/>
              <a:ea typeface="Arial"/>
              <a:cs typeface="Arial"/>
              <a:sym typeface="Arial"/>
            </a:endParaRPr>
          </a:p>
        </p:txBody>
      </p:sp>
      <p:sp>
        <p:nvSpPr>
          <p:cNvPr id="148" name="Google Shape;148;p20"/>
          <p:cNvSpPr txBox="1"/>
          <p:nvPr/>
        </p:nvSpPr>
        <p:spPr>
          <a:xfrm>
            <a:off x="503237" y="1768475"/>
            <a:ext cx="9070975" cy="498951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149" name="Google Shape;149;p20"/>
          <p:cNvSpPr txBox="1"/>
          <p:nvPr/>
        </p:nvSpPr>
        <p:spPr>
          <a:xfrm>
            <a:off x="503237" y="1258887"/>
            <a:ext cx="8783700" cy="6373156"/>
          </a:xfrm>
          <a:prstGeom prst="rect">
            <a:avLst/>
          </a:prstGeom>
          <a:noFill/>
          <a:ln>
            <a:noFill/>
          </a:ln>
        </p:spPr>
        <p:txBody>
          <a:bodyPr spcFirstLastPara="1" wrap="square" lIns="90000" tIns="46800" rIns="90000" bIns="46800" anchor="t" anchorCtr="0">
            <a:spAutoFit/>
          </a:bodyPr>
          <a:lstStyle/>
          <a:p>
            <a:pPr marL="419100" marR="0" lvl="0" indent="-342900" algn="just"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a:solidFill>
                  <a:srgbClr val="000000"/>
                </a:solidFill>
                <a:latin typeface="Times New Roman"/>
                <a:ea typeface="Times New Roman"/>
                <a:cs typeface="Times New Roman"/>
                <a:sym typeface="Times New Roman"/>
              </a:rPr>
              <a:t> Manual Review Handling: Businesses have to manually sort and analyze customer feedback, making the process time-consuming and prone to errors.</a:t>
            </a:r>
            <a:endParaRPr sz="2400" dirty="0">
              <a:latin typeface="Times New Roman"/>
              <a:ea typeface="Times New Roman"/>
              <a:cs typeface="Times New Roman"/>
              <a:sym typeface="Times New Roman"/>
            </a:endParaRPr>
          </a:p>
          <a:p>
            <a:pPr marL="800100" marR="0" lvl="0" indent="-342900" algn="just" rtl="0">
              <a:lnSpc>
                <a:spcPct val="100000"/>
              </a:lnSpc>
              <a:spcBef>
                <a:spcPts val="0"/>
              </a:spcBef>
              <a:spcAft>
                <a:spcPts val="0"/>
              </a:spcAft>
              <a:buFont typeface="Arial" panose="020B0604020202020204" pitchFamily="34" charset="0"/>
              <a:buChar char="•"/>
            </a:pPr>
            <a:endParaRPr sz="2400" dirty="0">
              <a:latin typeface="Times New Roman"/>
              <a:ea typeface="Times New Roman"/>
              <a:cs typeface="Times New Roman"/>
              <a:sym typeface="Times New Roman"/>
            </a:endParaRPr>
          </a:p>
          <a:p>
            <a:pPr marL="419100" marR="0" lvl="0" indent="-342900" algn="just"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a:solidFill>
                  <a:srgbClr val="000000"/>
                </a:solidFill>
                <a:latin typeface="Times New Roman"/>
                <a:ea typeface="Times New Roman"/>
                <a:cs typeface="Times New Roman"/>
                <a:sym typeface="Times New Roman"/>
              </a:rPr>
              <a:t>Poor Sentiment Analysis: Many systems cannot accurately interpret the tone and content of reviews, leading to unreliable insights and missed opportunities for growth</a:t>
            </a:r>
            <a:r>
              <a:rPr lang="en-US" sz="2400" dirty="0">
                <a:latin typeface="Times New Roman"/>
                <a:ea typeface="Times New Roman"/>
                <a:cs typeface="Times New Roman"/>
                <a:sym typeface="Times New Roman"/>
              </a:rPr>
              <a:t>.</a:t>
            </a:r>
            <a:endParaRPr sz="2400" b="0" i="0" u="none" strike="noStrike" cap="none" dirty="0">
              <a:solidFill>
                <a:srgbClr val="000000"/>
              </a:solidFill>
              <a:latin typeface="Times New Roman"/>
              <a:ea typeface="Times New Roman"/>
              <a:cs typeface="Times New Roman"/>
              <a:sym typeface="Times New Roman"/>
            </a:endParaRPr>
          </a:p>
          <a:p>
            <a:pPr marL="800100" marR="0" lvl="0" indent="-342900" algn="just" rtl="0">
              <a:lnSpc>
                <a:spcPct val="100000"/>
              </a:lnSpc>
              <a:spcBef>
                <a:spcPts val="0"/>
              </a:spcBef>
              <a:spcAft>
                <a:spcPts val="0"/>
              </a:spcAft>
              <a:buFont typeface="Arial" panose="020B0604020202020204" pitchFamily="34" charset="0"/>
              <a:buChar char="•"/>
            </a:pPr>
            <a:endParaRPr sz="2400" dirty="0">
              <a:latin typeface="Times New Roman"/>
              <a:ea typeface="Times New Roman"/>
              <a:cs typeface="Times New Roman"/>
              <a:sym typeface="Times New Roman"/>
            </a:endParaRPr>
          </a:p>
          <a:p>
            <a:pPr marL="419100" marR="0" lvl="0" indent="-342900" algn="just"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a:solidFill>
                  <a:srgbClr val="000000"/>
                </a:solidFill>
                <a:latin typeface="Times New Roman"/>
                <a:ea typeface="Times New Roman"/>
                <a:cs typeface="Times New Roman"/>
                <a:sym typeface="Times New Roman"/>
              </a:rPr>
              <a:t>Inconsistent Review Quality: Limited filtering allows harmful or irrelevant reviews to remain visible, affecting the business's reputation and reducing the usefulness of feedback.</a:t>
            </a:r>
            <a:endParaRPr sz="2400" b="0" i="0" u="none" strike="noStrike" cap="none" dirty="0">
              <a:solidFill>
                <a:srgbClr val="000000"/>
              </a:solidFill>
              <a:latin typeface="Times New Roman"/>
              <a:ea typeface="Times New Roman"/>
              <a:cs typeface="Times New Roman"/>
              <a:sym typeface="Times New Roman"/>
            </a:endParaRPr>
          </a:p>
          <a:p>
            <a:pPr marL="800100" marR="0" lvl="0" indent="-342900" algn="just" rtl="0">
              <a:lnSpc>
                <a:spcPct val="100000"/>
              </a:lnSpc>
              <a:spcBef>
                <a:spcPts val="0"/>
              </a:spcBef>
              <a:spcAft>
                <a:spcPts val="0"/>
              </a:spcAft>
              <a:buFont typeface="Arial" panose="020B0604020202020204" pitchFamily="34" charset="0"/>
              <a:buChar char="•"/>
            </a:pPr>
            <a:endParaRPr sz="2400" dirty="0">
              <a:latin typeface="Times New Roman"/>
              <a:ea typeface="Times New Roman"/>
              <a:cs typeface="Times New Roman"/>
              <a:sym typeface="Times New Roman"/>
            </a:endParaRPr>
          </a:p>
          <a:p>
            <a:pPr marL="419100" marR="0" lvl="0" indent="-342900" algn="just"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a:solidFill>
                  <a:srgbClr val="000000"/>
                </a:solidFill>
                <a:latin typeface="Times New Roman"/>
                <a:ea typeface="Times New Roman"/>
                <a:cs typeface="Times New Roman"/>
                <a:sym typeface="Times New Roman"/>
              </a:rPr>
              <a:t>Lack of Actionable Insights: Existing platforms often lack advanced analytics, making it difficult for businesses to extract meaningful information to improve services and customer experiences.</a:t>
            </a:r>
            <a:endParaRPr sz="2400" b="0" i="0" u="none" strike="noStrike" cap="none" dirty="0">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1"/>
          <p:cNvSpPr txBox="1"/>
          <p:nvPr/>
        </p:nvSpPr>
        <p:spPr>
          <a:xfrm>
            <a:off x="576262" y="493712"/>
            <a:ext cx="6997700" cy="7921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Times New Roman"/>
              <a:buNone/>
            </a:pPr>
            <a:r>
              <a:rPr lang="en-US" sz="3600" b="1" i="0" u="none" strike="noStrike" cap="none">
                <a:solidFill>
                  <a:srgbClr val="000000"/>
                </a:solidFill>
                <a:latin typeface="Times New Roman"/>
                <a:ea typeface="Times New Roman"/>
                <a:cs typeface="Times New Roman"/>
                <a:sym typeface="Times New Roman"/>
              </a:rPr>
              <a:t> Problem statement </a:t>
            </a:r>
            <a:endParaRPr sz="1400" b="0" i="0" u="none" strike="noStrike" cap="none">
              <a:solidFill>
                <a:srgbClr val="000000"/>
              </a:solidFill>
              <a:latin typeface="Arial"/>
              <a:ea typeface="Arial"/>
              <a:cs typeface="Arial"/>
              <a:sym typeface="Arial"/>
            </a:endParaRPr>
          </a:p>
        </p:txBody>
      </p:sp>
      <p:sp>
        <p:nvSpPr>
          <p:cNvPr id="156" name="Google Shape;156;p21"/>
          <p:cNvSpPr txBox="1"/>
          <p:nvPr/>
        </p:nvSpPr>
        <p:spPr>
          <a:xfrm>
            <a:off x="576262" y="1474787"/>
            <a:ext cx="8783637" cy="5616575"/>
          </a:xfrm>
          <a:prstGeom prst="rect">
            <a:avLst/>
          </a:prstGeom>
          <a:noFill/>
          <a:ln>
            <a:noFill/>
          </a:ln>
        </p:spPr>
        <p:txBody>
          <a:bodyPr spcFirstLastPara="1" wrap="square" lIns="91425" tIns="45700" rIns="91425" bIns="45700" anchor="t" anchorCtr="0">
            <a:noAutofit/>
          </a:bodyPr>
          <a:lstStyle/>
          <a:p>
            <a:pPr marL="457200" marR="0" lvl="0" indent="-381000" algn="just" rtl="0">
              <a:lnSpc>
                <a:spcPct val="115000"/>
              </a:lnSpc>
              <a:spcBef>
                <a:spcPts val="1200"/>
              </a:spcBef>
              <a:spcAft>
                <a:spcPts val="0"/>
              </a:spcAft>
              <a:buClr>
                <a:srgbClr val="000000"/>
              </a:buClr>
              <a:buSzPts val="2400"/>
              <a:buFont typeface="Arial" panose="020B0604020202020204" pitchFamily="34" charset="0"/>
              <a:buChar char="•"/>
            </a:pPr>
            <a:r>
              <a:rPr lang="en-US" sz="2400" b="0" i="0" u="none" strike="noStrike" cap="none" dirty="0">
                <a:solidFill>
                  <a:srgbClr val="000000"/>
                </a:solidFill>
                <a:latin typeface="Times New Roman"/>
                <a:ea typeface="Times New Roman"/>
                <a:cs typeface="Times New Roman"/>
                <a:sym typeface="Times New Roman"/>
              </a:rPr>
              <a:t>Managing Google reviews manually is time-consuming and often results in businesses overlooking important customer feedback. This makes it difficult to handle large volumes of reviews efficiently.</a:t>
            </a:r>
            <a:endParaRPr sz="2400" b="0" i="0" u="none" strike="noStrike" cap="none" dirty="0">
              <a:solidFill>
                <a:srgbClr val="000000"/>
              </a:solidFill>
              <a:latin typeface="Times New Roman"/>
              <a:ea typeface="Times New Roman"/>
              <a:cs typeface="Times New Roman"/>
              <a:sym typeface="Times New Roman"/>
            </a:endParaRPr>
          </a:p>
          <a:p>
            <a:pPr marL="457200" marR="0" lvl="0" indent="-381000" algn="just" rtl="0">
              <a:lnSpc>
                <a:spcPct val="115000"/>
              </a:lnSpc>
              <a:spcBef>
                <a:spcPts val="0"/>
              </a:spcBef>
              <a:spcAft>
                <a:spcPts val="0"/>
              </a:spcAft>
              <a:buClr>
                <a:srgbClr val="000000"/>
              </a:buClr>
              <a:buSzPts val="2400"/>
              <a:buFont typeface="Arial" panose="020B0604020202020204" pitchFamily="34" charset="0"/>
              <a:buChar char="•"/>
            </a:pPr>
            <a:r>
              <a:rPr lang="en-US" sz="2400" b="0" i="0" u="none" strike="noStrike" cap="none" dirty="0">
                <a:solidFill>
                  <a:srgbClr val="000000"/>
                </a:solidFill>
                <a:latin typeface="Times New Roman"/>
                <a:ea typeface="Times New Roman"/>
                <a:cs typeface="Times New Roman"/>
                <a:sym typeface="Times New Roman"/>
              </a:rPr>
              <a:t>Many existing systems do not effectively analyze the tone and meaning of reviews, leading to poor insights and difficulty in distinguishing helpful feedback from harmful or irrelevant content.</a:t>
            </a:r>
            <a:endParaRPr sz="2400" b="0" i="0" u="none" strike="noStrike" cap="none" dirty="0">
              <a:solidFill>
                <a:srgbClr val="000000"/>
              </a:solidFill>
              <a:latin typeface="Times New Roman"/>
              <a:ea typeface="Times New Roman"/>
              <a:cs typeface="Times New Roman"/>
              <a:sym typeface="Times New Roman"/>
            </a:endParaRPr>
          </a:p>
          <a:p>
            <a:pPr marL="457200" marR="0" lvl="0" indent="-381000" algn="just" rtl="0">
              <a:lnSpc>
                <a:spcPct val="115000"/>
              </a:lnSpc>
              <a:spcBef>
                <a:spcPts val="0"/>
              </a:spcBef>
              <a:spcAft>
                <a:spcPts val="0"/>
              </a:spcAft>
              <a:buClr>
                <a:srgbClr val="000000"/>
              </a:buClr>
              <a:buSzPts val="2400"/>
              <a:buFont typeface="Arial" panose="020B0604020202020204" pitchFamily="34" charset="0"/>
              <a:buChar char="•"/>
            </a:pPr>
            <a:r>
              <a:rPr lang="en-US" sz="2400" b="0" i="0" u="none" strike="noStrike" cap="none" dirty="0">
                <a:solidFill>
                  <a:srgbClr val="000000"/>
                </a:solidFill>
                <a:latin typeface="Times New Roman"/>
                <a:ea typeface="Times New Roman"/>
                <a:cs typeface="Times New Roman"/>
                <a:sym typeface="Times New Roman"/>
              </a:rPr>
              <a:t>Toxic or irrelevant reviews can harm a brand’s reputation, while businesses miss out on valuable insights due to the lack of advanced analytics. An automated solution is needed to streamline review management and support better decision-making.</a:t>
            </a:r>
            <a:endParaRPr sz="24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15000"/>
              </a:lnSpc>
              <a:spcBef>
                <a:spcPts val="1200"/>
              </a:spcBef>
              <a:spcAft>
                <a:spcPts val="1200"/>
              </a:spcAft>
              <a:buClr>
                <a:srgbClr val="000000"/>
              </a:buClr>
              <a:buSzPts val="2400"/>
              <a:buFont typeface="Arial"/>
              <a:buNone/>
            </a:pPr>
            <a:endParaRPr sz="24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6" name="TextBox 5">
            <a:extLst>
              <a:ext uri="{FF2B5EF4-FFF2-40B4-BE49-F238E27FC236}">
                <a16:creationId xmlns:a16="http://schemas.microsoft.com/office/drawing/2014/main" id="{175AD7B8-30DA-747E-0EF4-2693B051C940}"/>
              </a:ext>
            </a:extLst>
          </p:cNvPr>
          <p:cNvSpPr txBox="1"/>
          <p:nvPr/>
        </p:nvSpPr>
        <p:spPr>
          <a:xfrm>
            <a:off x="539800" y="363220"/>
            <a:ext cx="3044423" cy="861774"/>
          </a:xfrm>
          <a:prstGeom prst="rect">
            <a:avLst/>
          </a:prstGeom>
          <a:noFill/>
        </p:spPr>
        <p:txBody>
          <a:bodyPr wrap="none" rtlCol="0">
            <a:spAutoFit/>
          </a:bodyPr>
          <a:lstStyle/>
          <a:p>
            <a:r>
              <a:rPr lang="en-US" sz="3600" b="1" i="0" u="none" strike="noStrike" cap="none" dirty="0">
                <a:solidFill>
                  <a:srgbClr val="000000"/>
                </a:solidFill>
                <a:latin typeface="Times New Roman" panose="02020603050405020304" pitchFamily="18" charset="0"/>
                <a:ea typeface="Trebuchet MS"/>
                <a:cs typeface="Times New Roman" panose="02020603050405020304" pitchFamily="18" charset="0"/>
                <a:sym typeface="Trebuchet MS"/>
              </a:rPr>
              <a:t>System Design</a:t>
            </a:r>
            <a:endParaRPr lang="en-US" sz="3600" b="1" i="0" u="none" strike="noStrike" cap="none" dirty="0">
              <a:solidFill>
                <a:srgbClr val="000000"/>
              </a:solidFill>
              <a:latin typeface="Times New Roman" panose="02020603050405020304" pitchFamily="18" charset="0"/>
              <a:cs typeface="Times New Roman" panose="02020603050405020304" pitchFamily="18" charset="0"/>
              <a:sym typeface="Arial"/>
            </a:endParaRPr>
          </a:p>
          <a:p>
            <a:endParaRPr lang="en-IN" dirty="0"/>
          </a:p>
        </p:txBody>
      </p:sp>
      <p:pic>
        <p:nvPicPr>
          <p:cNvPr id="4" name="Picture 3">
            <a:extLst>
              <a:ext uri="{FF2B5EF4-FFF2-40B4-BE49-F238E27FC236}">
                <a16:creationId xmlns:a16="http://schemas.microsoft.com/office/drawing/2014/main" id="{B0FF73C7-CC17-8A6E-C60F-24DCD916D5E6}"/>
              </a:ext>
            </a:extLst>
          </p:cNvPr>
          <p:cNvPicPr>
            <a:picLocks noChangeAspect="1"/>
          </p:cNvPicPr>
          <p:nvPr/>
        </p:nvPicPr>
        <p:blipFill>
          <a:blip r:embed="rId3"/>
          <a:stretch>
            <a:fillRect/>
          </a:stretch>
        </p:blipFill>
        <p:spPr>
          <a:xfrm>
            <a:off x="1" y="1224993"/>
            <a:ext cx="9932670" cy="57717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7"/>
        <p:cNvGrpSpPr/>
        <p:nvPr/>
      </p:nvGrpSpPr>
      <p:grpSpPr>
        <a:xfrm>
          <a:off x="0" y="0"/>
          <a:ext cx="0" cy="0"/>
          <a:chOff x="0" y="0"/>
          <a:chExt cx="0" cy="0"/>
        </a:xfrm>
      </p:grpSpPr>
      <p:sp>
        <p:nvSpPr>
          <p:cNvPr id="168" name="Google Shape;168;p23"/>
          <p:cNvSpPr txBox="1"/>
          <p:nvPr/>
        </p:nvSpPr>
        <p:spPr>
          <a:xfrm>
            <a:off x="601662" y="539750"/>
            <a:ext cx="9070975" cy="1262062"/>
          </a:xfrm>
          <a:prstGeom prst="rect">
            <a:avLst/>
          </a:prstGeom>
          <a:noFill/>
          <a:ln>
            <a:noFill/>
          </a:ln>
        </p:spPr>
        <p:txBody>
          <a:bodyPr spcFirstLastPara="1" wrap="square" lIns="0" tIns="31675" rIns="0" bIns="0" anchor="ctr" anchorCtr="0">
            <a:noAutofit/>
          </a:bodyPr>
          <a:lstStyle/>
          <a:p>
            <a:pPr marL="0" marR="0" lvl="0" indent="0" algn="l" rtl="0">
              <a:lnSpc>
                <a:spcPct val="93000"/>
              </a:lnSpc>
              <a:spcBef>
                <a:spcPts val="0"/>
              </a:spcBef>
              <a:spcAft>
                <a:spcPts val="0"/>
              </a:spcAft>
              <a:buClr>
                <a:srgbClr val="000000"/>
              </a:buClr>
              <a:buSzPts val="3600"/>
              <a:buFont typeface="Times New Roman"/>
              <a:buNone/>
            </a:pPr>
            <a:r>
              <a:rPr lang="en-US" sz="3600" b="1" i="0" u="none" strike="noStrike" cap="none" dirty="0">
                <a:solidFill>
                  <a:srgbClr val="000000"/>
                </a:solidFill>
                <a:latin typeface="Times New Roman"/>
                <a:ea typeface="Times New Roman"/>
                <a:cs typeface="Times New Roman"/>
                <a:sym typeface="Times New Roman"/>
              </a:rPr>
              <a:t>Technologies and methodologies </a:t>
            </a:r>
            <a:endParaRPr sz="1400" b="0" i="0" u="none" strike="noStrike" cap="none" dirty="0">
              <a:solidFill>
                <a:srgbClr val="000000"/>
              </a:solidFill>
              <a:latin typeface="Arial"/>
              <a:ea typeface="Arial"/>
              <a:cs typeface="Arial"/>
              <a:sym typeface="Arial"/>
            </a:endParaRPr>
          </a:p>
        </p:txBody>
      </p:sp>
      <p:sp>
        <p:nvSpPr>
          <p:cNvPr id="169" name="Google Shape;169;p23"/>
          <p:cNvSpPr txBox="1"/>
          <p:nvPr/>
        </p:nvSpPr>
        <p:spPr>
          <a:xfrm>
            <a:off x="601662" y="1547812"/>
            <a:ext cx="9180512" cy="5608637"/>
          </a:xfrm>
          <a:prstGeom prst="rect">
            <a:avLst/>
          </a:prstGeom>
          <a:noFill/>
          <a:ln>
            <a:noFill/>
          </a:ln>
        </p:spPr>
        <p:txBody>
          <a:bodyPr spcFirstLastPara="1" wrap="square" lIns="90000" tIns="46800" rIns="90000" bIns="46800" anchor="t" anchorCtr="0">
            <a:noAutofit/>
          </a:bodyPr>
          <a:lstStyle/>
          <a:p>
            <a:pPr marL="342900" marR="0" lvl="0" indent="-241300" algn="just" rtl="0">
              <a:lnSpc>
                <a:spcPct val="100000"/>
              </a:lnSpc>
              <a:spcBef>
                <a:spcPts val="0"/>
              </a:spcBef>
              <a:spcAft>
                <a:spcPts val="0"/>
              </a:spcAft>
              <a:buClr>
                <a:srgbClr val="000000"/>
              </a:buClr>
              <a:buSzPts val="1600"/>
              <a:buFont typeface="Arial"/>
              <a:buNone/>
            </a:pPr>
            <a:endParaRPr sz="2000" b="0" i="0" u="none" strike="noStrike" cap="none">
              <a:solidFill>
                <a:srgbClr val="000000"/>
              </a:solidFill>
              <a:latin typeface="Arial"/>
              <a:ea typeface="Arial"/>
              <a:cs typeface="Arial"/>
              <a:sym typeface="Arial"/>
            </a:endParaRPr>
          </a:p>
          <a:p>
            <a:pPr marL="342900" marR="0" lvl="0" indent="-342900" algn="just" rtl="0">
              <a:lnSpc>
                <a:spcPct val="100000"/>
              </a:lnSpc>
              <a:spcBef>
                <a:spcPts val="500"/>
              </a:spcBef>
              <a:spcAft>
                <a:spcPts val="0"/>
              </a:spcAft>
              <a:buClr>
                <a:srgbClr val="000000"/>
              </a:buClr>
              <a:buSzPts val="2400"/>
              <a:buFont typeface="Times New Roman"/>
              <a:buNone/>
            </a:pPr>
            <a:r>
              <a:rPr lang="en-US" sz="2400" b="1" i="0" u="none" strike="noStrike" cap="none">
                <a:solidFill>
                  <a:srgbClr val="000000"/>
                </a:solidFill>
                <a:latin typeface="Times New Roman"/>
                <a:ea typeface="Times New Roman"/>
                <a:cs typeface="Times New Roman"/>
                <a:sym typeface="Times New Roman"/>
              </a:rPr>
              <a:t>Front-End:                                                                                                                 </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500"/>
              </a:spcBef>
              <a:spcAft>
                <a:spcPts val="0"/>
              </a:spcAft>
              <a:buClr>
                <a:schemeClr val="dk1"/>
              </a:buClr>
              <a:buSzPts val="1920"/>
              <a:buFont typeface="Arial"/>
              <a:buChar char="•"/>
            </a:pPr>
            <a:r>
              <a:rPr lang="en-US" sz="2400" b="0" i="0" u="none" strike="noStrike" cap="none">
                <a:solidFill>
                  <a:schemeClr val="dk1"/>
                </a:solidFill>
                <a:latin typeface="Times New Roman"/>
                <a:ea typeface="Times New Roman"/>
                <a:cs typeface="Times New Roman"/>
                <a:sym typeface="Times New Roman"/>
              </a:rPr>
              <a:t>ReactJS</a:t>
            </a:r>
            <a:endParaRPr sz="2400" b="0" i="0" u="none" strike="noStrike" cap="none">
              <a:solidFill>
                <a:schemeClr val="dk1"/>
              </a:solidFill>
              <a:latin typeface="Times New Roman"/>
              <a:ea typeface="Times New Roman"/>
              <a:cs typeface="Times New Roman"/>
              <a:sym typeface="Times New Roman"/>
            </a:endParaRPr>
          </a:p>
          <a:p>
            <a:pPr marL="342900" marR="0" lvl="0" indent="-342900" algn="just" rtl="0">
              <a:lnSpc>
                <a:spcPct val="100000"/>
              </a:lnSpc>
              <a:spcBef>
                <a:spcPts val="500"/>
              </a:spcBef>
              <a:spcAft>
                <a:spcPts val="0"/>
              </a:spcAft>
              <a:buClr>
                <a:schemeClr val="dk1"/>
              </a:buClr>
              <a:buSzPts val="2400"/>
              <a:buFont typeface="Times New Roman"/>
              <a:buChar char="•"/>
            </a:pPr>
            <a:r>
              <a:rPr lang="en-US" sz="2400" b="0" i="0" u="none" strike="noStrike" cap="none">
                <a:solidFill>
                  <a:schemeClr val="dk1"/>
                </a:solidFill>
                <a:latin typeface="Times New Roman"/>
                <a:ea typeface="Times New Roman"/>
                <a:cs typeface="Times New Roman"/>
                <a:sym typeface="Times New Roman"/>
              </a:rPr>
              <a:t>Tailwind CSS</a:t>
            </a:r>
            <a:endParaRPr sz="2400" b="0" i="0" u="none" strike="noStrike" cap="none">
              <a:solidFill>
                <a:schemeClr val="dk1"/>
              </a:solidFill>
              <a:latin typeface="Times New Roman"/>
              <a:ea typeface="Times New Roman"/>
              <a:cs typeface="Times New Roman"/>
              <a:sym typeface="Times New Roman"/>
            </a:endParaRPr>
          </a:p>
          <a:p>
            <a:pPr marL="342900" marR="0" lvl="0" indent="-342900" algn="just" rtl="0">
              <a:lnSpc>
                <a:spcPct val="100000"/>
              </a:lnSpc>
              <a:spcBef>
                <a:spcPts val="500"/>
              </a:spcBef>
              <a:spcAft>
                <a:spcPts val="0"/>
              </a:spcAft>
              <a:buClr>
                <a:schemeClr val="dk1"/>
              </a:buClr>
              <a:buSzPts val="2400"/>
              <a:buFont typeface="Times New Roman"/>
              <a:buNone/>
            </a:pPr>
            <a:r>
              <a:rPr lang="en-US" sz="2400" b="1" i="0" u="none" strike="noStrike" cap="none">
                <a:solidFill>
                  <a:schemeClr val="dk1"/>
                </a:solidFill>
                <a:latin typeface="Times New Roman"/>
                <a:ea typeface="Times New Roman"/>
                <a:cs typeface="Times New Roman"/>
                <a:sym typeface="Times New Roman"/>
              </a:rPr>
              <a:t>Back-End:</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500"/>
              </a:spcBef>
              <a:spcAft>
                <a:spcPts val="0"/>
              </a:spcAft>
              <a:buClr>
                <a:schemeClr val="dk1"/>
              </a:buClr>
              <a:buSzPts val="1920"/>
              <a:buFont typeface="Arial"/>
              <a:buChar char="•"/>
            </a:pPr>
            <a:r>
              <a:rPr lang="en-US" sz="2400" b="0" i="0" u="none" strike="noStrike" cap="none">
                <a:solidFill>
                  <a:schemeClr val="dk1"/>
                </a:solidFill>
                <a:latin typeface="Times New Roman"/>
                <a:ea typeface="Times New Roman"/>
                <a:cs typeface="Times New Roman"/>
                <a:sym typeface="Times New Roman"/>
              </a:rPr>
              <a:t>TypeScript</a:t>
            </a:r>
            <a:endParaRPr sz="2400" b="0" i="0" u="none" strike="noStrike" cap="none">
              <a:solidFill>
                <a:schemeClr val="dk1"/>
              </a:solidFill>
              <a:latin typeface="Times New Roman"/>
              <a:ea typeface="Times New Roman"/>
              <a:cs typeface="Times New Roman"/>
              <a:sym typeface="Times New Roman"/>
            </a:endParaRPr>
          </a:p>
          <a:p>
            <a:pPr marL="342900" marR="0" lvl="0" indent="-342900" algn="just" rtl="0">
              <a:lnSpc>
                <a:spcPct val="100000"/>
              </a:lnSpc>
              <a:spcBef>
                <a:spcPts val="500"/>
              </a:spcBef>
              <a:spcAft>
                <a:spcPts val="0"/>
              </a:spcAft>
              <a:buClr>
                <a:schemeClr val="dk1"/>
              </a:buClr>
              <a:buSzPts val="2400"/>
              <a:buFont typeface="Times New Roman"/>
              <a:buNone/>
            </a:pPr>
            <a:r>
              <a:rPr lang="en-US" sz="2400" b="1" i="0" u="none" strike="noStrike" cap="none">
                <a:solidFill>
                  <a:schemeClr val="dk1"/>
                </a:solidFill>
                <a:latin typeface="Times New Roman"/>
                <a:ea typeface="Times New Roman"/>
                <a:cs typeface="Times New Roman"/>
                <a:sym typeface="Times New Roman"/>
              </a:rPr>
              <a:t>Algorithm:</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500"/>
              </a:spcBef>
              <a:spcAft>
                <a:spcPts val="0"/>
              </a:spcAft>
              <a:buClr>
                <a:schemeClr val="dk1"/>
              </a:buClr>
              <a:buSzPts val="1920"/>
              <a:buFont typeface="Arial"/>
              <a:buChar char="•"/>
            </a:pPr>
            <a:r>
              <a:rPr lang="en-US" sz="2400" b="0" i="0" u="none" strike="noStrike" cap="none">
                <a:solidFill>
                  <a:schemeClr val="dk1"/>
                </a:solidFill>
                <a:latin typeface="Times New Roman"/>
                <a:ea typeface="Times New Roman"/>
                <a:cs typeface="Times New Roman"/>
                <a:sym typeface="Times New Roman"/>
              </a:rPr>
              <a:t>NLP (Sentiment Analysis)</a:t>
            </a:r>
            <a:endParaRPr sz="2400" b="0" i="0" u="none" strike="noStrike" cap="none">
              <a:solidFill>
                <a:schemeClr val="dk1"/>
              </a:solidFill>
              <a:latin typeface="Times New Roman"/>
              <a:ea typeface="Times New Roman"/>
              <a:cs typeface="Times New Roman"/>
              <a:sym typeface="Times New Roman"/>
            </a:endParaRPr>
          </a:p>
          <a:p>
            <a:pPr marL="342900" marR="0" lvl="0" indent="-342900" algn="just" rtl="0">
              <a:lnSpc>
                <a:spcPct val="100000"/>
              </a:lnSpc>
              <a:spcBef>
                <a:spcPts val="500"/>
              </a:spcBef>
              <a:spcAft>
                <a:spcPts val="0"/>
              </a:spcAft>
              <a:buClr>
                <a:schemeClr val="dk1"/>
              </a:buClr>
              <a:buSzPts val="2400"/>
              <a:buFont typeface="Times New Roman"/>
              <a:buChar char="•"/>
            </a:pPr>
            <a:r>
              <a:rPr lang="en-US" sz="2400" b="0" i="0" u="none" strike="noStrike" cap="none">
                <a:solidFill>
                  <a:schemeClr val="dk1"/>
                </a:solidFill>
                <a:latin typeface="Times New Roman"/>
                <a:ea typeface="Times New Roman"/>
                <a:cs typeface="Times New Roman"/>
                <a:sym typeface="Times New Roman"/>
              </a:rPr>
              <a:t>Deepseek Chatbot</a:t>
            </a:r>
            <a:endParaRPr sz="2400" b="0" i="0" u="none" strike="noStrike" cap="none">
              <a:solidFill>
                <a:schemeClr val="dk1"/>
              </a:solidFill>
              <a:latin typeface="Times New Roman"/>
              <a:ea typeface="Times New Roman"/>
              <a:cs typeface="Times New Roman"/>
              <a:sym typeface="Times New Roman"/>
            </a:endParaRPr>
          </a:p>
          <a:p>
            <a:pPr marL="342900" marR="0" lvl="0" indent="-342900" algn="just" rtl="0">
              <a:lnSpc>
                <a:spcPct val="100000"/>
              </a:lnSpc>
              <a:spcBef>
                <a:spcPts val="500"/>
              </a:spcBef>
              <a:spcAft>
                <a:spcPts val="0"/>
              </a:spcAft>
              <a:buClr>
                <a:srgbClr val="000000"/>
              </a:buClr>
              <a:buSzPts val="2400"/>
              <a:buFont typeface="Arial"/>
              <a:buNone/>
            </a:pPr>
            <a:r>
              <a:rPr lang="en-US" sz="2400" b="1" i="0" u="none" strike="noStrike" cap="none">
                <a:solidFill>
                  <a:schemeClr val="dk1"/>
                </a:solidFill>
                <a:latin typeface="Times New Roman"/>
                <a:ea typeface="Times New Roman"/>
                <a:cs typeface="Times New Roman"/>
                <a:sym typeface="Times New Roman"/>
              </a:rPr>
              <a:t>DataSet:</a:t>
            </a:r>
            <a:endParaRPr sz="1400" b="0" i="0" u="none" strike="noStrike" cap="none">
              <a:solidFill>
                <a:schemeClr val="dk1"/>
              </a:solidFill>
              <a:latin typeface="Arial"/>
              <a:ea typeface="Arial"/>
              <a:cs typeface="Arial"/>
              <a:sym typeface="Arial"/>
            </a:endParaRPr>
          </a:p>
          <a:p>
            <a:pPr marL="342900" marR="0" lvl="0" indent="-342900" algn="just" rtl="0">
              <a:lnSpc>
                <a:spcPct val="100000"/>
              </a:lnSpc>
              <a:spcBef>
                <a:spcPts val="500"/>
              </a:spcBef>
              <a:spcAft>
                <a:spcPts val="0"/>
              </a:spcAft>
              <a:buClr>
                <a:schemeClr val="dk1"/>
              </a:buClr>
              <a:buSzPts val="1920"/>
              <a:buFont typeface="Arial"/>
              <a:buChar char="•"/>
            </a:pPr>
            <a:r>
              <a:rPr lang="en-US" sz="2400" b="0" i="0" u="none" strike="noStrike" cap="none">
                <a:solidFill>
                  <a:schemeClr val="dk1"/>
                </a:solidFill>
                <a:latin typeface="Times New Roman"/>
                <a:ea typeface="Times New Roman"/>
                <a:cs typeface="Times New Roman"/>
                <a:sym typeface="Times New Roman"/>
              </a:rPr>
              <a:t>Sentiment Analysis from kaggle</a:t>
            </a: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5"/>
        <p:cNvGrpSpPr/>
        <p:nvPr/>
      </p:nvGrpSpPr>
      <p:grpSpPr>
        <a:xfrm>
          <a:off x="0" y="0"/>
          <a:ext cx="0" cy="0"/>
          <a:chOff x="0" y="0"/>
          <a:chExt cx="0" cy="0"/>
        </a:xfrm>
      </p:grpSpPr>
      <p:sp>
        <p:nvSpPr>
          <p:cNvPr id="176" name="Google Shape;176;p24"/>
          <p:cNvSpPr txBox="1"/>
          <p:nvPr/>
        </p:nvSpPr>
        <p:spPr>
          <a:xfrm>
            <a:off x="503237" y="301625"/>
            <a:ext cx="9070975" cy="1262062"/>
          </a:xfrm>
          <a:prstGeom prst="rect">
            <a:avLst/>
          </a:prstGeom>
          <a:noFill/>
          <a:ln>
            <a:noFill/>
          </a:ln>
        </p:spPr>
        <p:txBody>
          <a:bodyPr spcFirstLastPara="1" wrap="square" lIns="0" tIns="31675" rIns="0" bIns="0" anchor="ctr" anchorCtr="0">
            <a:noAutofit/>
          </a:bodyPr>
          <a:lstStyle/>
          <a:p>
            <a:pPr marL="0" marR="0" lvl="0" indent="0" algn="l" rtl="0">
              <a:lnSpc>
                <a:spcPct val="93000"/>
              </a:lnSpc>
              <a:spcBef>
                <a:spcPts val="0"/>
              </a:spcBef>
              <a:spcAft>
                <a:spcPts val="0"/>
              </a:spcAft>
              <a:buClr>
                <a:srgbClr val="000000"/>
              </a:buClr>
              <a:buSzPts val="3600"/>
              <a:buFont typeface="Times New Roman"/>
              <a:buNone/>
            </a:pPr>
            <a:r>
              <a:rPr lang="en-US" sz="3600" b="1" i="0" u="none" strike="noStrike" cap="none" dirty="0">
                <a:solidFill>
                  <a:srgbClr val="000000"/>
                </a:solidFill>
                <a:latin typeface="Times New Roman"/>
                <a:ea typeface="Times New Roman"/>
                <a:cs typeface="Times New Roman"/>
                <a:sym typeface="Times New Roman"/>
              </a:rPr>
              <a:t>Implementation </a:t>
            </a:r>
            <a:endParaRPr sz="1400" b="0" i="0" u="none" strike="noStrike" cap="none" dirty="0">
              <a:solidFill>
                <a:srgbClr val="000000"/>
              </a:solidFill>
              <a:latin typeface="Arial"/>
              <a:ea typeface="Arial"/>
              <a:cs typeface="Arial"/>
              <a:sym typeface="Arial"/>
            </a:endParaRPr>
          </a:p>
        </p:txBody>
      </p:sp>
      <p:sp>
        <p:nvSpPr>
          <p:cNvPr id="177" name="Google Shape;177;p24"/>
          <p:cNvSpPr txBox="1"/>
          <p:nvPr/>
        </p:nvSpPr>
        <p:spPr>
          <a:xfrm>
            <a:off x="503237" y="1563687"/>
            <a:ext cx="9070975" cy="5194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178" name="Google Shape;178;p24"/>
          <p:cNvSpPr txBox="1"/>
          <p:nvPr/>
        </p:nvSpPr>
        <p:spPr>
          <a:xfrm>
            <a:off x="6600825" y="2528887"/>
            <a:ext cx="2949575"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imes New Roman"/>
              <a:buNone/>
            </a:pPr>
            <a:r>
              <a:rPr lang="en-US" sz="1800" b="1" i="0" u="none" strike="noStrike" cap="none">
                <a:solidFill>
                  <a:schemeClr val="dk1"/>
                </a:solidFill>
                <a:latin typeface="Times New Roman"/>
                <a:ea typeface="Times New Roman"/>
                <a:cs typeface="Times New Roman"/>
                <a:sym typeface="Times New Roman"/>
              </a:rPr>
              <a:t>Fig. 1: (Sign In Page)</a:t>
            </a:r>
            <a:endParaRPr sz="1400" b="0" i="0" u="none" strike="noStrike" cap="none">
              <a:solidFill>
                <a:srgbClr val="000000"/>
              </a:solidFill>
              <a:latin typeface="Arial"/>
              <a:ea typeface="Arial"/>
              <a:cs typeface="Arial"/>
              <a:sym typeface="Arial"/>
            </a:endParaRPr>
          </a:p>
        </p:txBody>
      </p:sp>
      <p:sp>
        <p:nvSpPr>
          <p:cNvPr id="179" name="Google Shape;179;p24"/>
          <p:cNvSpPr txBox="1"/>
          <p:nvPr/>
        </p:nvSpPr>
        <p:spPr>
          <a:xfrm>
            <a:off x="614362" y="5435600"/>
            <a:ext cx="29496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imes New Roman"/>
              <a:buNone/>
            </a:pPr>
            <a:r>
              <a:rPr lang="en-US" sz="1800" b="1" i="0" u="none" strike="noStrike" cap="none">
                <a:solidFill>
                  <a:schemeClr val="dk1"/>
                </a:solidFill>
                <a:latin typeface="Times New Roman"/>
                <a:ea typeface="Times New Roman"/>
                <a:cs typeface="Times New Roman"/>
                <a:sym typeface="Times New Roman"/>
              </a:rPr>
              <a:t>Fig. 2: (Owners Dashboard)</a:t>
            </a:r>
            <a:endParaRPr sz="1400" b="0" i="0" u="none" strike="noStrike" cap="none">
              <a:solidFill>
                <a:srgbClr val="000000"/>
              </a:solidFill>
              <a:latin typeface="Arial"/>
              <a:ea typeface="Arial"/>
              <a:cs typeface="Arial"/>
              <a:sym typeface="Arial"/>
            </a:endParaRPr>
          </a:p>
        </p:txBody>
      </p:sp>
      <p:pic>
        <p:nvPicPr>
          <p:cNvPr id="180" name="Google Shape;180;p24"/>
          <p:cNvPicPr preferRelativeResize="0"/>
          <p:nvPr/>
        </p:nvPicPr>
        <p:blipFill rotWithShape="1">
          <a:blip r:embed="rId3">
            <a:alphaModFix/>
          </a:blip>
          <a:srcRect/>
          <a:stretch/>
        </p:blipFill>
        <p:spPr>
          <a:xfrm>
            <a:off x="3563950" y="3863975"/>
            <a:ext cx="6122701" cy="3442499"/>
          </a:xfrm>
          <a:prstGeom prst="rect">
            <a:avLst/>
          </a:prstGeom>
          <a:noFill/>
          <a:ln>
            <a:noFill/>
          </a:ln>
        </p:spPr>
      </p:pic>
      <p:pic>
        <p:nvPicPr>
          <p:cNvPr id="181" name="Google Shape;181;p24"/>
          <p:cNvPicPr preferRelativeResize="0"/>
          <p:nvPr/>
        </p:nvPicPr>
        <p:blipFill rotWithShape="1">
          <a:blip r:embed="rId4">
            <a:alphaModFix/>
          </a:blip>
          <a:srcRect/>
          <a:stretch/>
        </p:blipFill>
        <p:spPr>
          <a:xfrm>
            <a:off x="323100" y="1303476"/>
            <a:ext cx="3744074" cy="30611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5"/>
          <p:cNvSpPr txBox="1"/>
          <p:nvPr/>
        </p:nvSpPr>
        <p:spPr>
          <a:xfrm>
            <a:off x="6696075" y="1903412"/>
            <a:ext cx="33846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rebuchet MS"/>
              <a:buNone/>
            </a:pPr>
            <a:r>
              <a:rPr lang="en-US" sz="1800" b="0" i="0" u="none" strike="noStrike" cap="none">
                <a:solidFill>
                  <a:schemeClr val="dk1"/>
                </a:solidFill>
                <a:latin typeface="Trebuchet MS"/>
                <a:ea typeface="Trebuchet MS"/>
                <a:cs typeface="Trebuchet MS"/>
                <a:sym typeface="Trebuchet MS"/>
              </a:rPr>
              <a:t>                </a:t>
            </a:r>
            <a:r>
              <a:rPr lang="en-US" sz="1800" b="1" i="0" u="none" strike="noStrike" cap="none">
                <a:solidFill>
                  <a:schemeClr val="dk1"/>
                </a:solidFill>
                <a:latin typeface="Times New Roman"/>
                <a:ea typeface="Times New Roman"/>
                <a:cs typeface="Times New Roman"/>
                <a:sym typeface="Times New Roman"/>
              </a:rPr>
              <a:t>Fig. 3: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Times New Roman"/>
              <a:buNone/>
            </a:pPr>
            <a:r>
              <a:rPr lang="en-US" sz="1800" b="1" i="0" u="none" strike="noStrike" cap="none">
                <a:solidFill>
                  <a:schemeClr val="dk1"/>
                </a:solidFill>
                <a:latin typeface="Times New Roman"/>
                <a:ea typeface="Times New Roman"/>
                <a:cs typeface="Times New Roman"/>
                <a:sym typeface="Times New Roman"/>
              </a:rPr>
              <a:t>(Analytics Dashboard)</a:t>
            </a:r>
            <a:endParaRPr sz="1400" b="0" i="0" u="none" strike="noStrike" cap="none">
              <a:solidFill>
                <a:srgbClr val="000000"/>
              </a:solidFill>
              <a:latin typeface="Arial"/>
              <a:ea typeface="Arial"/>
              <a:cs typeface="Arial"/>
              <a:sym typeface="Arial"/>
            </a:endParaRPr>
          </a:p>
        </p:txBody>
      </p:sp>
      <p:sp>
        <p:nvSpPr>
          <p:cNvPr id="187" name="Google Shape;187;p25"/>
          <p:cNvSpPr txBox="1"/>
          <p:nvPr/>
        </p:nvSpPr>
        <p:spPr>
          <a:xfrm>
            <a:off x="431800" y="5287962"/>
            <a:ext cx="29496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rebuchet MS"/>
              <a:buNone/>
            </a:pPr>
            <a:r>
              <a:rPr lang="en-US" sz="1800" b="0" i="0" u="none" strike="noStrike" cap="none">
                <a:solidFill>
                  <a:schemeClr val="dk1"/>
                </a:solidFill>
                <a:latin typeface="Trebuchet MS"/>
                <a:ea typeface="Trebuchet MS"/>
                <a:cs typeface="Trebuchet MS"/>
                <a:sym typeface="Trebuchet MS"/>
              </a:rPr>
              <a:t>		</a:t>
            </a:r>
            <a:r>
              <a:rPr lang="en-US" sz="1800" b="1" i="0" u="none" strike="noStrike" cap="none">
                <a:solidFill>
                  <a:schemeClr val="dk1"/>
                </a:solidFill>
                <a:latin typeface="Times New Roman"/>
                <a:ea typeface="Times New Roman"/>
                <a:cs typeface="Times New Roman"/>
                <a:sym typeface="Times New Roman"/>
              </a:rPr>
              <a:t>Fig. 4: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800"/>
              <a:buFont typeface="Times New Roman"/>
              <a:buNone/>
            </a:pPr>
            <a:r>
              <a:rPr lang="en-US" sz="1800" b="1" i="0" u="none" strike="noStrike" cap="none">
                <a:solidFill>
                  <a:schemeClr val="dk1"/>
                </a:solidFill>
                <a:latin typeface="Times New Roman"/>
                <a:ea typeface="Times New Roman"/>
                <a:cs typeface="Times New Roman"/>
                <a:sym typeface="Times New Roman"/>
              </a:rPr>
              <a:t>(QR code Management)</a:t>
            </a:r>
            <a:endParaRPr sz="1400" b="0" i="0" u="none" strike="noStrike" cap="none">
              <a:solidFill>
                <a:srgbClr val="000000"/>
              </a:solidFill>
              <a:latin typeface="Arial"/>
              <a:ea typeface="Arial"/>
              <a:cs typeface="Arial"/>
              <a:sym typeface="Arial"/>
            </a:endParaRPr>
          </a:p>
        </p:txBody>
      </p:sp>
      <p:pic>
        <p:nvPicPr>
          <p:cNvPr id="188" name="Google Shape;188;p25"/>
          <p:cNvPicPr preferRelativeResize="0"/>
          <p:nvPr/>
        </p:nvPicPr>
        <p:blipFill rotWithShape="1">
          <a:blip r:embed="rId3">
            <a:alphaModFix/>
          </a:blip>
          <a:srcRect/>
          <a:stretch/>
        </p:blipFill>
        <p:spPr>
          <a:xfrm>
            <a:off x="3861200" y="3816625"/>
            <a:ext cx="5969074" cy="3356125"/>
          </a:xfrm>
          <a:prstGeom prst="rect">
            <a:avLst/>
          </a:prstGeom>
          <a:noFill/>
          <a:ln>
            <a:noFill/>
          </a:ln>
        </p:spPr>
      </p:pic>
      <p:pic>
        <p:nvPicPr>
          <p:cNvPr id="189" name="Google Shape;189;p25"/>
          <p:cNvPicPr preferRelativeResize="0"/>
          <p:nvPr/>
        </p:nvPicPr>
        <p:blipFill rotWithShape="1">
          <a:blip r:embed="rId4">
            <a:alphaModFix/>
          </a:blip>
          <a:srcRect/>
          <a:stretch/>
        </p:blipFill>
        <p:spPr>
          <a:xfrm>
            <a:off x="152400" y="152400"/>
            <a:ext cx="6246007" cy="35118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5"/>
        <p:cNvGrpSpPr/>
        <p:nvPr/>
      </p:nvGrpSpPr>
      <p:grpSpPr>
        <a:xfrm>
          <a:off x="0" y="0"/>
          <a:ext cx="0" cy="0"/>
          <a:chOff x="0" y="0"/>
          <a:chExt cx="0" cy="0"/>
        </a:xfrm>
      </p:grpSpPr>
      <p:sp>
        <p:nvSpPr>
          <p:cNvPr id="196" name="Google Shape;196;p26"/>
          <p:cNvSpPr txBox="1"/>
          <p:nvPr/>
        </p:nvSpPr>
        <p:spPr>
          <a:xfrm>
            <a:off x="503237" y="301625"/>
            <a:ext cx="9070975" cy="1262062"/>
          </a:xfrm>
          <a:prstGeom prst="rect">
            <a:avLst/>
          </a:prstGeom>
          <a:noFill/>
          <a:ln>
            <a:noFill/>
          </a:ln>
        </p:spPr>
        <p:txBody>
          <a:bodyPr spcFirstLastPara="1" wrap="square" lIns="0" tIns="31675" rIns="0" bIns="0" anchor="ctr" anchorCtr="0">
            <a:noAutofit/>
          </a:bodyPr>
          <a:lstStyle/>
          <a:p>
            <a:pPr marL="0" marR="0" lvl="0" indent="0" algn="l" rtl="0">
              <a:lnSpc>
                <a:spcPct val="93000"/>
              </a:lnSpc>
              <a:spcBef>
                <a:spcPts val="0"/>
              </a:spcBef>
              <a:spcAft>
                <a:spcPts val="0"/>
              </a:spcAft>
              <a:buClr>
                <a:srgbClr val="000000"/>
              </a:buClr>
              <a:buSzPts val="3600"/>
              <a:buFont typeface="Times New Roman"/>
              <a:buNone/>
            </a:pPr>
            <a:r>
              <a:rPr lang="en-US" sz="3600" b="1" i="0" u="none" strike="noStrike" cap="none">
                <a:solidFill>
                  <a:srgbClr val="000000"/>
                </a:solidFill>
                <a:latin typeface="Times New Roman"/>
                <a:ea typeface="Times New Roman"/>
                <a:cs typeface="Times New Roman"/>
                <a:sym typeface="Times New Roman"/>
              </a:rPr>
              <a:t>Conclusion </a:t>
            </a:r>
            <a:endParaRPr sz="1400" b="0" i="0" u="none" strike="noStrike" cap="none">
              <a:solidFill>
                <a:srgbClr val="000000"/>
              </a:solidFill>
              <a:latin typeface="Arial"/>
              <a:ea typeface="Arial"/>
              <a:cs typeface="Arial"/>
              <a:sym typeface="Arial"/>
            </a:endParaRPr>
          </a:p>
        </p:txBody>
      </p:sp>
      <p:sp>
        <p:nvSpPr>
          <p:cNvPr id="197" name="Google Shape;197;p26"/>
          <p:cNvSpPr txBox="1"/>
          <p:nvPr/>
        </p:nvSpPr>
        <p:spPr>
          <a:xfrm>
            <a:off x="503237" y="1563687"/>
            <a:ext cx="9070975" cy="5194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198" name="Google Shape;198;p26"/>
          <p:cNvSpPr txBox="1"/>
          <p:nvPr/>
        </p:nvSpPr>
        <p:spPr>
          <a:xfrm>
            <a:off x="495300" y="1565275"/>
            <a:ext cx="8774430" cy="3471679"/>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1200"/>
              </a:spcBef>
              <a:spcAft>
                <a:spcPts val="0"/>
              </a:spcAft>
              <a:buClr>
                <a:schemeClr val="dk1"/>
              </a:buClr>
              <a:buSzPts val="1100"/>
              <a:buFont typeface="Arial"/>
              <a:buNone/>
            </a:pPr>
            <a:r>
              <a:rPr lang="en-US" sz="2400" b="0" i="0" u="none" strike="noStrike" cap="none" dirty="0">
                <a:solidFill>
                  <a:schemeClr val="dk1"/>
                </a:solidFill>
                <a:latin typeface="Times New Roman"/>
                <a:ea typeface="Times New Roman"/>
                <a:cs typeface="Times New Roman"/>
                <a:sym typeface="Times New Roman"/>
              </a:rPr>
              <a:t>AI Google Review Manager helps businesses handle customer feedback more easily and smartly. It uses AI and sentiment analysis to highlight useful reviews and hide harmful ones, keeping the brand image strong. With real-time stats, filters, and a dashboard, it gives clear insights and helps businesses improve services based on data..</a:t>
            </a:r>
          </a:p>
          <a:p>
            <a:pPr marL="0" marR="0" lvl="0" indent="0" algn="just" rtl="0">
              <a:lnSpc>
                <a:spcPct val="115000"/>
              </a:lnSpc>
              <a:spcBef>
                <a:spcPts val="1200"/>
              </a:spcBef>
              <a:spcAft>
                <a:spcPts val="0"/>
              </a:spcAft>
              <a:buClr>
                <a:schemeClr val="dk1"/>
              </a:buClr>
              <a:buSzPts val="1100"/>
              <a:buFont typeface="Arial"/>
              <a:buNone/>
            </a:pPr>
            <a:endParaRPr sz="24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1200"/>
              </a:spcBef>
              <a:spcAft>
                <a:spcPts val="0"/>
              </a:spcAft>
              <a:buClr>
                <a:schemeClr val="dk1"/>
              </a:buClr>
              <a:buSzPts val="2400"/>
              <a:buFont typeface="Times New Roman"/>
              <a:buNone/>
            </a:pPr>
            <a:endParaRPr sz="24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7"/>
          <p:cNvSpPr txBox="1"/>
          <p:nvPr/>
        </p:nvSpPr>
        <p:spPr>
          <a:xfrm>
            <a:off x="647700" y="-82550"/>
            <a:ext cx="9070975" cy="1262062"/>
          </a:xfrm>
          <a:prstGeom prst="rect">
            <a:avLst/>
          </a:prstGeom>
          <a:noFill/>
          <a:ln>
            <a:noFill/>
          </a:ln>
        </p:spPr>
        <p:txBody>
          <a:bodyPr spcFirstLastPara="1" wrap="square" lIns="0" tIns="31675" rIns="0" bIns="0" anchor="ctr" anchorCtr="0">
            <a:noAutofit/>
          </a:bodyPr>
          <a:lstStyle/>
          <a:p>
            <a:pPr marL="0" marR="0" lvl="0" indent="0" algn="l" rtl="0">
              <a:lnSpc>
                <a:spcPct val="93000"/>
              </a:lnSpc>
              <a:spcBef>
                <a:spcPts val="0"/>
              </a:spcBef>
              <a:spcAft>
                <a:spcPts val="0"/>
              </a:spcAft>
              <a:buClr>
                <a:srgbClr val="000000"/>
              </a:buClr>
              <a:buSzPts val="3600"/>
              <a:buFont typeface="Times New Roman"/>
              <a:buNone/>
            </a:pPr>
            <a:r>
              <a:rPr lang="en-US" sz="3600" b="1" i="0" u="none" strike="noStrike" cap="none" dirty="0">
                <a:solidFill>
                  <a:srgbClr val="000000"/>
                </a:solidFill>
                <a:latin typeface="Times New Roman"/>
                <a:ea typeface="Times New Roman"/>
                <a:cs typeface="Times New Roman"/>
                <a:sym typeface="Times New Roman"/>
              </a:rPr>
              <a:t>References</a:t>
            </a:r>
            <a:endParaRPr sz="1400" b="0" i="0" u="none" strike="noStrike" cap="none" dirty="0">
              <a:solidFill>
                <a:srgbClr val="000000"/>
              </a:solidFill>
              <a:latin typeface="Arial"/>
              <a:ea typeface="Arial"/>
              <a:cs typeface="Arial"/>
              <a:sym typeface="Arial"/>
            </a:endParaRPr>
          </a:p>
        </p:txBody>
      </p:sp>
      <p:sp>
        <p:nvSpPr>
          <p:cNvPr id="206" name="Google Shape;206;p27"/>
          <p:cNvSpPr txBox="1"/>
          <p:nvPr/>
        </p:nvSpPr>
        <p:spPr>
          <a:xfrm>
            <a:off x="503237" y="1563687"/>
            <a:ext cx="9070975" cy="5194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207" name="Google Shape;207;p27"/>
          <p:cNvSpPr txBox="1"/>
          <p:nvPr/>
        </p:nvSpPr>
        <p:spPr>
          <a:xfrm>
            <a:off x="503237" y="974725"/>
            <a:ext cx="8677275" cy="5608637"/>
          </a:xfrm>
          <a:prstGeom prst="rect">
            <a:avLst/>
          </a:prstGeom>
          <a:noFill/>
          <a:ln>
            <a:noFill/>
          </a:ln>
        </p:spPr>
        <p:txBody>
          <a:bodyPr spcFirstLastPara="1" wrap="square" lIns="90000" tIns="46800" rIns="90000" bIns="46800" anchor="t" anchorCtr="0">
            <a:noAutofit/>
          </a:bodyPr>
          <a:lstStyle/>
          <a:p>
            <a:pPr marL="114300" marR="0" lvl="0" indent="9525" algn="just" rtl="0">
              <a:lnSpc>
                <a:spcPct val="100000"/>
              </a:lnSpc>
              <a:spcBef>
                <a:spcPts val="0"/>
              </a:spcBef>
              <a:spcAft>
                <a:spcPts val="0"/>
              </a:spcAft>
              <a:buClr>
                <a:schemeClr val="dk1"/>
              </a:buClr>
              <a:buSzPts val="1100"/>
              <a:buFont typeface="Arial"/>
              <a:buNone/>
            </a:pPr>
            <a:r>
              <a:rPr lang="en-US" sz="2400" b="0" i="0" u="none" strike="noStrike" cap="none" dirty="0">
                <a:solidFill>
                  <a:schemeClr val="dk2"/>
                </a:solidFill>
                <a:latin typeface="Times New Roman"/>
                <a:ea typeface="Times New Roman"/>
                <a:cs typeface="Times New Roman"/>
                <a:sym typeface="Times New Roman"/>
              </a:rPr>
              <a:t>[1] </a:t>
            </a:r>
            <a:r>
              <a:rPr lang="en-US" sz="2400" b="0" i="0" u="none" strike="noStrike" cap="none" dirty="0" err="1">
                <a:solidFill>
                  <a:schemeClr val="dk2"/>
                </a:solidFill>
                <a:latin typeface="Times New Roman"/>
                <a:ea typeface="Times New Roman"/>
                <a:cs typeface="Times New Roman"/>
                <a:sym typeface="Times New Roman"/>
              </a:rPr>
              <a:t>Vimolboon</a:t>
            </a:r>
            <a:r>
              <a:rPr lang="en-US" sz="2400" b="0" i="0" u="none" strike="noStrike" cap="none" dirty="0">
                <a:solidFill>
                  <a:schemeClr val="dk2"/>
                </a:solidFill>
                <a:latin typeface="Times New Roman"/>
                <a:ea typeface="Times New Roman"/>
                <a:cs typeface="Times New Roman"/>
                <a:sym typeface="Times New Roman"/>
              </a:rPr>
              <a:t> </a:t>
            </a:r>
            <a:r>
              <a:rPr lang="en-US" sz="2400" b="0" i="0" u="none" strike="noStrike" cap="none" dirty="0" err="1">
                <a:solidFill>
                  <a:schemeClr val="dk2"/>
                </a:solidFill>
                <a:latin typeface="Times New Roman"/>
                <a:ea typeface="Times New Roman"/>
                <a:cs typeface="Times New Roman"/>
                <a:sym typeface="Times New Roman"/>
              </a:rPr>
              <a:t>Cherapanukorn</a:t>
            </a:r>
            <a:r>
              <a:rPr lang="en-US" sz="2400" b="0" i="0" u="none" strike="noStrike" cap="none" dirty="0">
                <a:solidFill>
                  <a:schemeClr val="dk2"/>
                </a:solidFill>
                <a:latin typeface="Times New Roman"/>
                <a:ea typeface="Times New Roman"/>
                <a:cs typeface="Times New Roman"/>
                <a:sym typeface="Times New Roman"/>
              </a:rPr>
              <a:t> and </a:t>
            </a:r>
            <a:r>
              <a:rPr lang="en-US" sz="2400" b="0" i="0" u="none" strike="noStrike" cap="none" dirty="0" err="1">
                <a:solidFill>
                  <a:schemeClr val="dk2"/>
                </a:solidFill>
                <a:latin typeface="Times New Roman"/>
                <a:ea typeface="Times New Roman"/>
                <a:cs typeface="Times New Roman"/>
                <a:sym typeface="Times New Roman"/>
              </a:rPr>
              <a:t>Phasit</a:t>
            </a:r>
            <a:r>
              <a:rPr lang="en-US" sz="2400" b="0" i="0" u="none" strike="noStrike" cap="none" dirty="0">
                <a:solidFill>
                  <a:schemeClr val="dk2"/>
                </a:solidFill>
                <a:latin typeface="Times New Roman"/>
                <a:ea typeface="Times New Roman"/>
                <a:cs typeface="Times New Roman"/>
                <a:sym typeface="Times New Roman"/>
              </a:rPr>
              <a:t> </a:t>
            </a:r>
            <a:r>
              <a:rPr lang="en-US" sz="2400" b="0" i="0" u="none" strike="noStrike" cap="none" dirty="0" err="1">
                <a:solidFill>
                  <a:schemeClr val="dk2"/>
                </a:solidFill>
                <a:latin typeface="Times New Roman"/>
                <a:ea typeface="Times New Roman"/>
                <a:cs typeface="Times New Roman"/>
                <a:sym typeface="Times New Roman"/>
              </a:rPr>
              <a:t>Charoenkwan,Word</a:t>
            </a:r>
            <a:r>
              <a:rPr lang="en-US" sz="2400" b="0" i="0" u="none" strike="noStrike" cap="none" dirty="0">
                <a:solidFill>
                  <a:schemeClr val="dk2"/>
                </a:solidFill>
                <a:latin typeface="Times New Roman"/>
                <a:ea typeface="Times New Roman"/>
                <a:cs typeface="Times New Roman"/>
                <a:sym typeface="Times New Roman"/>
              </a:rPr>
              <a:t> Cloud of Online Hotel Reviews in Myanmar for Customer Satisfaction </a:t>
            </a:r>
            <a:r>
              <a:rPr lang="en-US" sz="2400" b="0" i="0" u="none" strike="noStrike" cap="none" dirty="0" err="1">
                <a:solidFill>
                  <a:schemeClr val="dk2"/>
                </a:solidFill>
                <a:latin typeface="Times New Roman"/>
                <a:ea typeface="Times New Roman"/>
                <a:cs typeface="Times New Roman"/>
                <a:sym typeface="Times New Roman"/>
              </a:rPr>
              <a:t>Analysis,November</a:t>
            </a:r>
            <a:r>
              <a:rPr lang="en-US" sz="2400" b="0" i="0" u="none" strike="noStrike" cap="none" dirty="0">
                <a:solidFill>
                  <a:schemeClr val="dk2"/>
                </a:solidFill>
                <a:latin typeface="Times New Roman"/>
                <a:ea typeface="Times New Roman"/>
                <a:cs typeface="Times New Roman"/>
                <a:sym typeface="Times New Roman"/>
              </a:rPr>
              <a:t> 20</a:t>
            </a:r>
            <a:r>
              <a:rPr lang="en-US" sz="2400" dirty="0">
                <a:solidFill>
                  <a:schemeClr val="dk2"/>
                </a:solidFill>
                <a:latin typeface="Times New Roman"/>
                <a:ea typeface="Times New Roman"/>
                <a:cs typeface="Times New Roman"/>
                <a:sym typeface="Times New Roman"/>
              </a:rPr>
              <a:t>21</a:t>
            </a:r>
            <a:endParaRPr lang="en-US" sz="2400" b="0" i="0" u="none" strike="noStrike" cap="none" dirty="0">
              <a:solidFill>
                <a:schemeClr val="dk2"/>
              </a:solidFill>
              <a:latin typeface="Times New Roman"/>
              <a:ea typeface="Times New Roman"/>
              <a:cs typeface="Times New Roman"/>
              <a:sym typeface="Times New Roman"/>
            </a:endParaRPr>
          </a:p>
          <a:p>
            <a:pPr marL="114300" marR="0" lvl="0" indent="9525" algn="just" rtl="0">
              <a:lnSpc>
                <a:spcPct val="100000"/>
              </a:lnSpc>
              <a:spcBef>
                <a:spcPts val="0"/>
              </a:spcBef>
              <a:spcAft>
                <a:spcPts val="0"/>
              </a:spcAft>
              <a:buClr>
                <a:schemeClr val="dk1"/>
              </a:buClr>
              <a:buSzPts val="1100"/>
              <a:buFont typeface="Arial"/>
              <a:buNone/>
            </a:pPr>
            <a:r>
              <a:rPr lang="en-US" sz="2400" b="0" i="0" u="none" strike="noStrike" cap="none" dirty="0">
                <a:solidFill>
                  <a:schemeClr val="dk2"/>
                </a:solidFill>
                <a:latin typeface="Times New Roman"/>
                <a:ea typeface="Times New Roman"/>
                <a:cs typeface="Times New Roman"/>
                <a:sym typeface="Times New Roman"/>
              </a:rPr>
              <a:t>https://ieeexplore.ieee.org/document/8113286</a:t>
            </a:r>
          </a:p>
          <a:p>
            <a:pPr marL="114300" marR="0" lvl="0" indent="9525" algn="just" rtl="0">
              <a:lnSpc>
                <a:spcPct val="100000"/>
              </a:lnSpc>
              <a:spcBef>
                <a:spcPts val="0"/>
              </a:spcBef>
              <a:spcAft>
                <a:spcPts val="0"/>
              </a:spcAft>
              <a:buClr>
                <a:schemeClr val="dk1"/>
              </a:buClr>
              <a:buSzPts val="1100"/>
              <a:buFont typeface="Arial"/>
              <a:buNone/>
            </a:pPr>
            <a:endParaRPr sz="2400" b="0" i="0" u="none" strike="noStrike" cap="none" dirty="0">
              <a:solidFill>
                <a:schemeClr val="dk2"/>
              </a:solidFill>
              <a:latin typeface="Times New Roman"/>
              <a:ea typeface="Times New Roman"/>
              <a:cs typeface="Times New Roman"/>
              <a:sym typeface="Times New Roman"/>
            </a:endParaRPr>
          </a:p>
          <a:p>
            <a:pPr marL="114300" marR="0" lvl="0" indent="9525" algn="just" rtl="0">
              <a:lnSpc>
                <a:spcPct val="100000"/>
              </a:lnSpc>
              <a:spcBef>
                <a:spcPts val="0"/>
              </a:spcBef>
              <a:spcAft>
                <a:spcPts val="0"/>
              </a:spcAft>
              <a:buClr>
                <a:schemeClr val="dk2"/>
              </a:buClr>
              <a:buSzPts val="2400"/>
              <a:buFont typeface="Times New Roman"/>
              <a:buNone/>
            </a:pPr>
            <a:r>
              <a:rPr lang="en-US" sz="2400" b="0" i="0" u="none" strike="noStrike" cap="none" dirty="0">
                <a:solidFill>
                  <a:schemeClr val="dk2"/>
                </a:solidFill>
                <a:latin typeface="Times New Roman"/>
                <a:ea typeface="Times New Roman"/>
                <a:cs typeface="Times New Roman"/>
                <a:sym typeface="Times New Roman"/>
              </a:rPr>
              <a:t>[2] Marija </a:t>
            </a:r>
            <a:r>
              <a:rPr lang="en-US" sz="2400" b="0" i="0" u="none" strike="noStrike" cap="none" dirty="0" err="1">
                <a:solidFill>
                  <a:schemeClr val="dk2"/>
                </a:solidFill>
                <a:latin typeface="Times New Roman"/>
                <a:ea typeface="Times New Roman"/>
                <a:cs typeface="Times New Roman"/>
                <a:sym typeface="Times New Roman"/>
              </a:rPr>
              <a:t>Stojchevska</a:t>
            </a:r>
            <a:r>
              <a:rPr lang="en-US" sz="2400" b="0" i="0" u="none" strike="noStrike" cap="none" dirty="0">
                <a:solidFill>
                  <a:schemeClr val="dk2"/>
                </a:solidFill>
                <a:latin typeface="Times New Roman"/>
                <a:ea typeface="Times New Roman"/>
                <a:cs typeface="Times New Roman"/>
                <a:sym typeface="Times New Roman"/>
              </a:rPr>
              <a:t>, Andreja </a:t>
            </a:r>
            <a:r>
              <a:rPr lang="en-US" sz="2400" b="0" i="0" u="none" strike="noStrike" cap="none" dirty="0" err="1">
                <a:solidFill>
                  <a:schemeClr val="dk2"/>
                </a:solidFill>
                <a:latin typeface="Times New Roman"/>
                <a:ea typeface="Times New Roman"/>
                <a:cs typeface="Times New Roman"/>
                <a:sym typeface="Times New Roman"/>
              </a:rPr>
              <a:t>Naumoski</a:t>
            </a:r>
            <a:r>
              <a:rPr lang="en-US" sz="2400" b="0" i="0" u="none" strike="noStrike" cap="none" dirty="0">
                <a:solidFill>
                  <a:schemeClr val="dk2"/>
                </a:solidFill>
                <a:latin typeface="Times New Roman"/>
                <a:ea typeface="Times New Roman"/>
                <a:cs typeface="Times New Roman"/>
                <a:sym typeface="Times New Roman"/>
              </a:rPr>
              <a:t>, Kosta </a:t>
            </a:r>
            <a:r>
              <a:rPr lang="en-US" sz="2400" b="0" i="0" u="none" strike="noStrike" cap="none" dirty="0" err="1">
                <a:solidFill>
                  <a:schemeClr val="dk2"/>
                </a:solidFill>
                <a:latin typeface="Times New Roman"/>
                <a:ea typeface="Times New Roman"/>
                <a:cs typeface="Times New Roman"/>
                <a:sym typeface="Times New Roman"/>
              </a:rPr>
              <a:t>Mitreski</a:t>
            </a:r>
            <a:r>
              <a:rPr lang="en-US" sz="2400" b="0" i="0" u="none" strike="noStrike" cap="none" dirty="0">
                <a:solidFill>
                  <a:schemeClr val="dk2"/>
                </a:solidFill>
                <a:latin typeface="Times New Roman"/>
                <a:ea typeface="Times New Roman"/>
                <a:cs typeface="Times New Roman"/>
                <a:sym typeface="Times New Roman"/>
              </a:rPr>
              <a:t>,</a:t>
            </a:r>
          </a:p>
          <a:p>
            <a:pPr marL="114300" marR="0" lvl="0" indent="9525" algn="just" rtl="0">
              <a:lnSpc>
                <a:spcPct val="100000"/>
              </a:lnSpc>
              <a:spcBef>
                <a:spcPts val="0"/>
              </a:spcBef>
              <a:spcAft>
                <a:spcPts val="0"/>
              </a:spcAft>
              <a:buClr>
                <a:schemeClr val="dk1"/>
              </a:buClr>
              <a:buSzPts val="1100"/>
              <a:buFont typeface="Arial"/>
              <a:buNone/>
            </a:pPr>
            <a:r>
              <a:rPr lang="en-US" sz="2400" b="0" i="0" u="none" strike="noStrike" cap="none" dirty="0">
                <a:solidFill>
                  <a:schemeClr val="dk2"/>
                </a:solidFill>
                <a:latin typeface="Times New Roman"/>
                <a:ea typeface="Times New Roman"/>
                <a:cs typeface="Times New Roman"/>
                <a:sym typeface="Times New Roman"/>
              </a:rPr>
              <a:t> Modelling the Impact of Hotel Facilities on Online Hotel Review Score for City of Skopje, December 20</a:t>
            </a:r>
            <a:r>
              <a:rPr lang="en-US" sz="2400" dirty="0">
                <a:solidFill>
                  <a:schemeClr val="dk2"/>
                </a:solidFill>
                <a:latin typeface="Times New Roman"/>
                <a:ea typeface="Times New Roman"/>
                <a:cs typeface="Times New Roman"/>
                <a:sym typeface="Times New Roman"/>
              </a:rPr>
              <a:t>22</a:t>
            </a:r>
            <a:r>
              <a:rPr lang="en-US" sz="2400" b="0" i="0" u="none" strike="noStrike" cap="none" dirty="0">
                <a:solidFill>
                  <a:schemeClr val="dk2"/>
                </a:solidFill>
                <a:latin typeface="Times New Roman"/>
                <a:ea typeface="Times New Roman"/>
                <a:cs typeface="Times New Roman"/>
                <a:sym typeface="Times New Roman"/>
              </a:rPr>
              <a:t> https://ieeexplore.ieee.org/document/8567317</a:t>
            </a:r>
          </a:p>
          <a:p>
            <a:pPr marL="114300" marR="0" lvl="0" indent="9525" algn="just" rtl="0">
              <a:lnSpc>
                <a:spcPct val="100000"/>
              </a:lnSpc>
              <a:spcBef>
                <a:spcPts val="0"/>
              </a:spcBef>
              <a:spcAft>
                <a:spcPts val="0"/>
              </a:spcAft>
              <a:buClr>
                <a:schemeClr val="dk1"/>
              </a:buClr>
              <a:buSzPts val="1100"/>
              <a:buFont typeface="Arial"/>
              <a:buNone/>
            </a:pPr>
            <a:endParaRPr sz="2400" b="0" i="0" u="none" strike="noStrike" cap="none" dirty="0">
              <a:solidFill>
                <a:schemeClr val="dk2"/>
              </a:solidFill>
              <a:latin typeface="Times New Roman"/>
              <a:ea typeface="Times New Roman"/>
              <a:cs typeface="Times New Roman"/>
              <a:sym typeface="Times New Roman"/>
            </a:endParaRPr>
          </a:p>
          <a:p>
            <a:pPr marL="114300" marR="0" lvl="0" indent="9525" algn="just" rtl="0">
              <a:lnSpc>
                <a:spcPct val="100000"/>
              </a:lnSpc>
              <a:spcBef>
                <a:spcPts val="0"/>
              </a:spcBef>
              <a:spcAft>
                <a:spcPts val="0"/>
              </a:spcAft>
              <a:buClr>
                <a:schemeClr val="dk1"/>
              </a:buClr>
              <a:buSzPts val="1100"/>
              <a:buFont typeface="Arial"/>
              <a:buNone/>
            </a:pPr>
            <a:r>
              <a:rPr lang="en-US" sz="2400" b="0" i="0" u="none" strike="noStrike" cap="none" dirty="0">
                <a:solidFill>
                  <a:schemeClr val="dk2"/>
                </a:solidFill>
                <a:latin typeface="Times New Roman"/>
                <a:ea typeface="Times New Roman"/>
                <a:cs typeface="Times New Roman"/>
                <a:sym typeface="Times New Roman"/>
              </a:rPr>
              <a:t>[3]Yan </a:t>
            </a:r>
            <a:r>
              <a:rPr lang="en-US" sz="2400" b="0" i="0" u="none" strike="noStrike" cap="none" dirty="0" err="1">
                <a:solidFill>
                  <a:schemeClr val="dk2"/>
                </a:solidFill>
                <a:latin typeface="Times New Roman"/>
                <a:ea typeface="Times New Roman"/>
                <a:cs typeface="Times New Roman"/>
                <a:sym typeface="Times New Roman"/>
              </a:rPr>
              <a:t>Jiang,Restaurant</a:t>
            </a:r>
            <a:r>
              <a:rPr lang="en-US" sz="2400" b="0" i="0" u="none" strike="noStrike" cap="none" dirty="0">
                <a:solidFill>
                  <a:schemeClr val="dk2"/>
                </a:solidFill>
                <a:latin typeface="Times New Roman"/>
                <a:ea typeface="Times New Roman"/>
                <a:cs typeface="Times New Roman"/>
                <a:sym typeface="Times New Roman"/>
              </a:rPr>
              <a:t> Reviews Analysis Model Based on Machine Learning Algorithms, august 20</a:t>
            </a:r>
            <a:r>
              <a:rPr lang="en-US" sz="2400" dirty="0">
                <a:solidFill>
                  <a:schemeClr val="dk2"/>
                </a:solidFill>
                <a:latin typeface="Times New Roman"/>
                <a:ea typeface="Times New Roman"/>
                <a:cs typeface="Times New Roman"/>
                <a:sym typeface="Times New Roman"/>
              </a:rPr>
              <a:t>23</a:t>
            </a:r>
            <a:r>
              <a:rPr lang="en-US" sz="2400" b="0" i="0" u="none" strike="noStrike" cap="none" dirty="0">
                <a:solidFill>
                  <a:schemeClr val="dk2"/>
                </a:solidFill>
                <a:latin typeface="Times New Roman"/>
                <a:ea typeface="Times New Roman"/>
                <a:cs typeface="Times New Roman"/>
                <a:sym typeface="Times New Roman"/>
              </a:rPr>
              <a:t>,</a:t>
            </a:r>
            <a:endParaRPr sz="2400" b="0" i="0" u="none" strike="noStrike" cap="none" dirty="0">
              <a:solidFill>
                <a:schemeClr val="dk2"/>
              </a:solidFill>
              <a:latin typeface="Times New Roman"/>
              <a:ea typeface="Times New Roman"/>
              <a:cs typeface="Times New Roman"/>
              <a:sym typeface="Times New Roman"/>
            </a:endParaRPr>
          </a:p>
          <a:p>
            <a:pPr marL="114300" marR="0" lvl="0" indent="9525" algn="just" rtl="0">
              <a:lnSpc>
                <a:spcPct val="100000"/>
              </a:lnSpc>
              <a:spcBef>
                <a:spcPts val="0"/>
              </a:spcBef>
              <a:spcAft>
                <a:spcPts val="0"/>
              </a:spcAft>
              <a:buClr>
                <a:schemeClr val="dk1"/>
              </a:buClr>
              <a:buSzPts val="1100"/>
              <a:buFont typeface="Arial"/>
              <a:buNone/>
            </a:pPr>
            <a:r>
              <a:rPr lang="en-US" sz="2400" b="0" i="0" u="none" strike="noStrike" cap="none" dirty="0">
                <a:solidFill>
                  <a:schemeClr val="dk2"/>
                </a:solidFill>
                <a:latin typeface="Times New Roman"/>
                <a:ea typeface="Times New Roman"/>
                <a:cs typeface="Times New Roman"/>
                <a:sym typeface="Times New Roman"/>
              </a:rPr>
              <a:t>https://ieeexplore.ieee.org/document/10704184</a:t>
            </a:r>
            <a:endParaRPr sz="2400" b="0" i="0" u="none" strike="noStrike" cap="none" dirty="0">
              <a:solidFill>
                <a:schemeClr val="dk2"/>
              </a:solidFill>
              <a:latin typeface="Times New Roman"/>
              <a:ea typeface="Times New Roman"/>
              <a:cs typeface="Times New Roman"/>
              <a:sym typeface="Times New Roman"/>
            </a:endParaRPr>
          </a:p>
          <a:p>
            <a:pPr marL="446087" marR="0" lvl="0" indent="-446087" algn="l" rtl="0">
              <a:lnSpc>
                <a:spcPct val="100000"/>
              </a:lnSpc>
              <a:spcBef>
                <a:spcPts val="0"/>
              </a:spcBef>
              <a:spcAft>
                <a:spcPts val="0"/>
              </a:spcAft>
              <a:buClr>
                <a:schemeClr val="dk2"/>
              </a:buClr>
              <a:buSzPts val="2400"/>
              <a:buFont typeface="Times New Roman"/>
              <a:buNone/>
            </a:pPr>
            <a:endParaRPr sz="2400" b="0" i="0" u="none" strike="noStrike" cap="none" dirty="0">
              <a:solidFill>
                <a:schemeClr val="dk2"/>
              </a:solidFill>
              <a:latin typeface="Times New Roman"/>
              <a:ea typeface="Times New Roman"/>
              <a:cs typeface="Times New Roman"/>
              <a:sym typeface="Times New Roman"/>
            </a:endParaRPr>
          </a:p>
          <a:p>
            <a:pPr marL="446087" marR="0" lvl="0" indent="-446087" algn="l" rtl="0">
              <a:lnSpc>
                <a:spcPct val="100000"/>
              </a:lnSpc>
              <a:spcBef>
                <a:spcPts val="500"/>
              </a:spcBef>
              <a:spcAft>
                <a:spcPts val="0"/>
              </a:spcAft>
              <a:buClr>
                <a:schemeClr val="lt1"/>
              </a:buClr>
              <a:buSzPts val="2000"/>
              <a:buFont typeface="Trebuchet MS"/>
              <a:buNone/>
            </a:pPr>
            <a:endParaRPr sz="20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3"/>
        <p:cNvGrpSpPr/>
        <p:nvPr/>
      </p:nvGrpSpPr>
      <p:grpSpPr>
        <a:xfrm>
          <a:off x="0" y="0"/>
          <a:ext cx="0" cy="0"/>
          <a:chOff x="0" y="0"/>
          <a:chExt cx="0" cy="0"/>
        </a:xfrm>
      </p:grpSpPr>
      <p:sp>
        <p:nvSpPr>
          <p:cNvPr id="214" name="Google Shape;214;p28"/>
          <p:cNvSpPr txBox="1"/>
          <p:nvPr/>
        </p:nvSpPr>
        <p:spPr>
          <a:xfrm>
            <a:off x="647700" y="3057525"/>
            <a:ext cx="9070975" cy="1262062"/>
          </a:xfrm>
          <a:prstGeom prst="rect">
            <a:avLst/>
          </a:prstGeom>
          <a:noFill/>
          <a:ln>
            <a:noFill/>
          </a:ln>
        </p:spPr>
        <p:txBody>
          <a:bodyPr spcFirstLastPara="1" wrap="square" lIns="0" tIns="31675" rIns="0" bIns="0" anchor="ctr" anchorCtr="0">
            <a:noAutofit/>
          </a:bodyPr>
          <a:lstStyle/>
          <a:p>
            <a:pPr marL="0" marR="0" lvl="0" indent="0" algn="ctr" rtl="0">
              <a:lnSpc>
                <a:spcPct val="93000"/>
              </a:lnSpc>
              <a:spcBef>
                <a:spcPts val="0"/>
              </a:spcBef>
              <a:spcAft>
                <a:spcPts val="0"/>
              </a:spcAft>
              <a:buClr>
                <a:srgbClr val="000000"/>
              </a:buClr>
              <a:buSzPts val="3600"/>
              <a:buFont typeface="Times New Roman"/>
              <a:buNone/>
            </a:pPr>
            <a:r>
              <a:rPr lang="en-US" sz="3600" b="1" i="0" u="none" strike="noStrike" cap="none">
                <a:solidFill>
                  <a:srgbClr val="000000"/>
                </a:solidFill>
                <a:latin typeface="Times New Roman"/>
                <a:ea typeface="Times New Roman"/>
                <a:cs typeface="Times New Roman"/>
                <a:sym typeface="Times New Roman"/>
              </a:rPr>
              <a:t>Thank You...!!</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TotalTime>
  <Words>1016</Words>
  <Application>Microsoft Office PowerPoint</Application>
  <PresentationFormat>Custom</PresentationFormat>
  <Paragraphs>147</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Noto Sans Symbols</vt:lpstr>
      <vt:lpstr>Times New Roman</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Arju Salmani</dc:creator>
  <cp:lastModifiedBy>Arju Salmani</cp:lastModifiedBy>
  <cp:revision>2</cp:revision>
  <dcterms:modified xsi:type="dcterms:W3CDTF">2025-04-22T06:56:25Z</dcterms:modified>
</cp:coreProperties>
</file>