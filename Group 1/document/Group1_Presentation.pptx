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300" r:id="rId12"/>
    <p:sldId id="301" r:id="rId13"/>
    <p:sldId id="308" r:id="rId14"/>
    <p:sldId id="305" r:id="rId15"/>
    <p:sldId id="306" r:id="rId16"/>
    <p:sldId id="307" r:id="rId17"/>
  </p:sldIdLst>
  <p:sldSz cx="10080625" cy="7559675"/>
  <p:notesSz cx="6858000" cy="9144000"/>
  <p:defaultTextStyle>
    <a:defPPr>
      <a:defRPr lang="en-US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CD77ED-3B3A-4E85-918F-C2114DF8D5AC}" v="1" dt="2025-03-26T09:50:17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2157" autoAdjust="0"/>
  </p:normalViewPr>
  <p:slideViewPr>
    <p:cSldViewPr showGuides="1">
      <p:cViewPr varScale="1">
        <p:scale>
          <a:sx n="66" d="100"/>
          <a:sy n="66" d="100"/>
        </p:scale>
        <p:origin x="1637" y="58"/>
      </p:cViewPr>
      <p:guideLst>
        <p:guide orient="horz" pos="2152"/>
        <p:guide pos="2858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l Madvi" userId="b50d640e07d01c71" providerId="LiveId" clId="{E5CD77ED-3B3A-4E85-918F-C2114DF8D5AC}"/>
    <pc:docChg chg="undo custSel modSld">
      <pc:chgData name="Priyal Madvi" userId="b50d640e07d01c71" providerId="LiveId" clId="{E5CD77ED-3B3A-4E85-918F-C2114DF8D5AC}" dt="2025-04-01T14:34:19.671" v="42" actId="20577"/>
      <pc:docMkLst>
        <pc:docMk/>
      </pc:docMkLst>
      <pc:sldChg chg="modSp mod">
        <pc:chgData name="Priyal Madvi" userId="b50d640e07d01c71" providerId="LiveId" clId="{E5CD77ED-3B3A-4E85-918F-C2114DF8D5AC}" dt="2025-04-01T14:33:41.113" v="38" actId="14100"/>
        <pc:sldMkLst>
          <pc:docMk/>
          <pc:sldMk cId="0" sldId="292"/>
        </pc:sldMkLst>
        <pc:spChg chg="mod">
          <ac:chgData name="Priyal Madvi" userId="b50d640e07d01c71" providerId="LiveId" clId="{E5CD77ED-3B3A-4E85-918F-C2114DF8D5AC}" dt="2025-04-01T14:33:41.113" v="38" actId="14100"/>
          <ac:spMkLst>
            <pc:docMk/>
            <pc:sldMk cId="0" sldId="292"/>
            <ac:spMk id="1048608" creationId="{00000000-0000-0000-0000-000000000000}"/>
          </ac:spMkLst>
        </pc:spChg>
      </pc:sldChg>
      <pc:sldChg chg="modSp mod">
        <pc:chgData name="Priyal Madvi" userId="b50d640e07d01c71" providerId="LiveId" clId="{E5CD77ED-3B3A-4E85-918F-C2114DF8D5AC}" dt="2025-04-01T14:34:19.671" v="42" actId="20577"/>
        <pc:sldMkLst>
          <pc:docMk/>
          <pc:sldMk cId="0" sldId="295"/>
        </pc:sldMkLst>
        <pc:graphicFrameChg chg="modGraphic">
          <ac:chgData name="Priyal Madvi" userId="b50d640e07d01c71" providerId="LiveId" clId="{E5CD77ED-3B3A-4E85-918F-C2114DF8D5AC}" dt="2025-04-01T14:34:19.671" v="42" actId="20577"/>
          <ac:graphicFrameMkLst>
            <pc:docMk/>
            <pc:sldMk cId="0" sldId="295"/>
            <ac:graphicFrameMk id="4194306" creationId="{00000000-0000-0000-0000-000000000000}"/>
          </ac:graphicFrameMkLst>
        </pc:graphicFrameChg>
      </pc:sldChg>
      <pc:sldChg chg="addSp delSp modSp mod">
        <pc:chgData name="Priyal Madvi" userId="b50d640e07d01c71" providerId="LiveId" clId="{E5CD77ED-3B3A-4E85-918F-C2114DF8D5AC}" dt="2025-03-26T09:50:35.551" v="8" actId="14100"/>
        <pc:sldMkLst>
          <pc:docMk/>
          <pc:sldMk cId="0" sldId="298"/>
        </pc:sldMkLst>
        <pc:picChg chg="add mod">
          <ac:chgData name="Priyal Madvi" userId="b50d640e07d01c71" providerId="LiveId" clId="{E5CD77ED-3B3A-4E85-918F-C2114DF8D5AC}" dt="2025-03-26T09:50:35.551" v="8" actId="14100"/>
          <ac:picMkLst>
            <pc:docMk/>
            <pc:sldMk cId="0" sldId="298"/>
            <ac:picMk id="4" creationId="{51B7F893-563E-FB4C-10DC-228075ECB87A}"/>
          </ac:picMkLst>
        </pc:picChg>
      </pc:sldChg>
      <pc:sldChg chg="modSp mod">
        <pc:chgData name="Priyal Madvi" userId="b50d640e07d01c71" providerId="LiveId" clId="{E5CD77ED-3B3A-4E85-918F-C2114DF8D5AC}" dt="2025-03-26T09:53:38.738" v="9" actId="5793"/>
        <pc:sldMkLst>
          <pc:docMk/>
          <pc:sldMk cId="0" sldId="306"/>
        </pc:sldMkLst>
        <pc:spChg chg="mod">
          <ac:chgData name="Priyal Madvi" userId="b50d640e07d01c71" providerId="LiveId" clId="{E5CD77ED-3B3A-4E85-918F-C2114DF8D5AC}" dt="2025-03-26T09:53:38.738" v="9" actId="5793"/>
          <ac:spMkLst>
            <pc:docMk/>
            <pc:sldMk cId="0" sldId="306"/>
            <ac:spMk id="1048657" creationId="{00000000-0000-0000-0000-000000000000}"/>
          </ac:spMkLst>
        </pc:spChg>
      </pc:sldChg>
    </pc:docChg>
  </pc:docChgLst>
  <pc:docChgLst>
    <pc:chgData name="Priyal Madvi" userId="b50d640e07d01c71" providerId="LiveId" clId="{A99EF7A5-65BD-4454-9A5C-84347BF383ED}"/>
    <pc:docChg chg="undo custSel addSld delSld modSld">
      <pc:chgData name="Priyal Madvi" userId="b50d640e07d01c71" providerId="LiveId" clId="{A99EF7A5-65BD-4454-9A5C-84347BF383ED}" dt="2025-02-12T15:11:51.963" v="316" actId="20577"/>
      <pc:docMkLst>
        <pc:docMk/>
      </pc:docMkLst>
      <pc:sldChg chg="modSp mod">
        <pc:chgData name="Priyal Madvi" userId="b50d640e07d01c71" providerId="LiveId" clId="{A99EF7A5-65BD-4454-9A5C-84347BF383ED}" dt="2025-02-08T03:42:10.344" v="173" actId="20577"/>
        <pc:sldMkLst>
          <pc:docMk/>
          <pc:sldMk cId="0" sldId="289"/>
        </pc:sldMkLst>
        <pc:spChg chg="mod">
          <ac:chgData name="Priyal Madvi" userId="b50d640e07d01c71" providerId="LiveId" clId="{A99EF7A5-65BD-4454-9A5C-84347BF383ED}" dt="2025-02-08T03:42:10.344" v="173" actId="20577"/>
          <ac:spMkLst>
            <pc:docMk/>
            <pc:sldMk cId="0" sldId="289"/>
            <ac:spMk id="1048594" creationId="{00000000-0000-0000-0000-000000000000}"/>
          </ac:spMkLst>
        </pc:spChg>
      </pc:sldChg>
      <pc:sldChg chg="modSp mod">
        <pc:chgData name="Priyal Madvi" userId="b50d640e07d01c71" providerId="LiveId" clId="{A99EF7A5-65BD-4454-9A5C-84347BF383ED}" dt="2025-02-08T03:43:38.814" v="187" actId="1076"/>
        <pc:sldMkLst>
          <pc:docMk/>
          <pc:sldMk cId="0" sldId="291"/>
        </pc:sldMkLst>
        <pc:spChg chg="mod">
          <ac:chgData name="Priyal Madvi" userId="b50d640e07d01c71" providerId="LiveId" clId="{A99EF7A5-65BD-4454-9A5C-84347BF383ED}" dt="2025-02-08T03:43:38.814" v="187" actId="1076"/>
          <ac:spMkLst>
            <pc:docMk/>
            <pc:sldMk cId="0" sldId="291"/>
            <ac:spMk id="1048603" creationId="{00000000-0000-0000-0000-000000000000}"/>
          </ac:spMkLst>
        </pc:spChg>
        <pc:spChg chg="mod">
          <ac:chgData name="Priyal Madvi" userId="b50d640e07d01c71" providerId="LiveId" clId="{A99EF7A5-65BD-4454-9A5C-84347BF383ED}" dt="2025-02-08T03:43:28.056" v="186" actId="179"/>
          <ac:spMkLst>
            <pc:docMk/>
            <pc:sldMk cId="0" sldId="291"/>
            <ac:spMk id="1048604" creationId="{00000000-0000-0000-0000-000000000000}"/>
          </ac:spMkLst>
        </pc:spChg>
      </pc:sldChg>
      <pc:sldChg chg="modSp mod">
        <pc:chgData name="Priyal Madvi" userId="b50d640e07d01c71" providerId="LiveId" clId="{A99EF7A5-65BD-4454-9A5C-84347BF383ED}" dt="2025-02-08T03:44:45.108" v="196" actId="20577"/>
        <pc:sldMkLst>
          <pc:docMk/>
          <pc:sldMk cId="0" sldId="292"/>
        </pc:sldMkLst>
        <pc:spChg chg="mod">
          <ac:chgData name="Priyal Madvi" userId="b50d640e07d01c71" providerId="LiveId" clId="{A99EF7A5-65BD-4454-9A5C-84347BF383ED}" dt="2025-02-08T03:44:45.108" v="196" actId="20577"/>
          <ac:spMkLst>
            <pc:docMk/>
            <pc:sldMk cId="0" sldId="292"/>
            <ac:spMk id="1048608" creationId="{00000000-0000-0000-0000-000000000000}"/>
          </ac:spMkLst>
        </pc:spChg>
      </pc:sldChg>
      <pc:sldChg chg="modSp mod">
        <pc:chgData name="Priyal Madvi" userId="b50d640e07d01c71" providerId="LiveId" clId="{A99EF7A5-65BD-4454-9A5C-84347BF383ED}" dt="2025-02-11T05:32:01.792" v="302" actId="20577"/>
        <pc:sldMkLst>
          <pc:docMk/>
          <pc:sldMk cId="0" sldId="293"/>
        </pc:sldMkLst>
        <pc:graphicFrameChg chg="mod modGraphic">
          <ac:chgData name="Priyal Madvi" userId="b50d640e07d01c71" providerId="LiveId" clId="{A99EF7A5-65BD-4454-9A5C-84347BF383ED}" dt="2025-02-11T05:32:01.792" v="302" actId="20577"/>
          <ac:graphicFrameMkLst>
            <pc:docMk/>
            <pc:sldMk cId="0" sldId="293"/>
            <ac:graphicFrameMk id="4194304" creationId="{00000000-0000-0000-0000-000000000000}"/>
          </ac:graphicFrameMkLst>
        </pc:graphicFrameChg>
      </pc:sldChg>
      <pc:sldChg chg="modSp add del mod">
        <pc:chgData name="Priyal Madvi" userId="b50d640e07d01c71" providerId="LiveId" clId="{A99EF7A5-65BD-4454-9A5C-84347BF383ED}" dt="2025-02-08T03:40:17.614" v="125" actId="14734"/>
        <pc:sldMkLst>
          <pc:docMk/>
          <pc:sldMk cId="0" sldId="294"/>
        </pc:sldMkLst>
        <pc:graphicFrameChg chg="mod modGraphic">
          <ac:chgData name="Priyal Madvi" userId="b50d640e07d01c71" providerId="LiveId" clId="{A99EF7A5-65BD-4454-9A5C-84347BF383ED}" dt="2025-02-08T03:40:17.614" v="125" actId="14734"/>
          <ac:graphicFrameMkLst>
            <pc:docMk/>
            <pc:sldMk cId="0" sldId="294"/>
            <ac:graphicFrameMk id="4194305" creationId="{00000000-0000-0000-0000-000000000000}"/>
          </ac:graphicFrameMkLst>
        </pc:graphicFrameChg>
      </pc:sldChg>
      <pc:sldChg chg="modSp mod">
        <pc:chgData name="Priyal Madvi" userId="b50d640e07d01c71" providerId="LiveId" clId="{A99EF7A5-65BD-4454-9A5C-84347BF383ED}" dt="2025-02-08T03:38:29.592" v="103" actId="20577"/>
        <pc:sldMkLst>
          <pc:docMk/>
          <pc:sldMk cId="0" sldId="295"/>
        </pc:sldMkLst>
        <pc:graphicFrameChg chg="mod modGraphic">
          <ac:chgData name="Priyal Madvi" userId="b50d640e07d01c71" providerId="LiveId" clId="{A99EF7A5-65BD-4454-9A5C-84347BF383ED}" dt="2025-02-08T03:38:29.592" v="103" actId="20577"/>
          <ac:graphicFrameMkLst>
            <pc:docMk/>
            <pc:sldMk cId="0" sldId="295"/>
            <ac:graphicFrameMk id="4194306" creationId="{00000000-0000-0000-0000-000000000000}"/>
          </ac:graphicFrameMkLst>
        </pc:graphicFrameChg>
      </pc:sldChg>
      <pc:sldChg chg="modSp mod">
        <pc:chgData name="Priyal Madvi" userId="b50d640e07d01c71" providerId="LiveId" clId="{A99EF7A5-65BD-4454-9A5C-84347BF383ED}" dt="2025-02-12T15:11:51.963" v="316" actId="20577"/>
        <pc:sldMkLst>
          <pc:docMk/>
          <pc:sldMk cId="0" sldId="300"/>
        </pc:sldMkLst>
        <pc:spChg chg="mod">
          <ac:chgData name="Priyal Madvi" userId="b50d640e07d01c71" providerId="LiveId" clId="{A99EF7A5-65BD-4454-9A5C-84347BF383ED}" dt="2025-02-12T15:11:51.963" v="316" actId="20577"/>
          <ac:spMkLst>
            <pc:docMk/>
            <pc:sldMk cId="0" sldId="300"/>
            <ac:spMk id="1048625" creationId="{00000000-0000-0000-0000-000000000000}"/>
          </ac:spMkLst>
        </pc:spChg>
      </pc:sldChg>
      <pc:sldChg chg="addSp modSp mod">
        <pc:chgData name="Priyal Madvi" userId="b50d640e07d01c71" providerId="LiveId" clId="{A99EF7A5-65BD-4454-9A5C-84347BF383ED}" dt="2025-02-08T03:51:59.052" v="210" actId="1076"/>
        <pc:sldMkLst>
          <pc:docMk/>
          <pc:sldMk cId="0" sldId="301"/>
        </pc:sldMkLst>
        <pc:picChg chg="add mod">
          <ac:chgData name="Priyal Madvi" userId="b50d640e07d01c71" providerId="LiveId" clId="{A99EF7A5-65BD-4454-9A5C-84347BF383ED}" dt="2025-02-08T03:51:59.052" v="210" actId="1076"/>
          <ac:picMkLst>
            <pc:docMk/>
            <pc:sldMk cId="0" sldId="301"/>
            <ac:picMk id="3" creationId="{A4383727-10BA-7800-2DA4-3EF16DDC0851}"/>
          </ac:picMkLst>
        </pc:picChg>
      </pc:sldChg>
      <pc:sldChg chg="modSp mod">
        <pc:chgData name="Priyal Madvi" userId="b50d640e07d01c71" providerId="LiveId" clId="{A99EF7A5-65BD-4454-9A5C-84347BF383ED}" dt="2025-02-08T04:54:57.144" v="213" actId="20577"/>
        <pc:sldMkLst>
          <pc:docMk/>
          <pc:sldMk cId="0" sldId="306"/>
        </pc:sldMkLst>
        <pc:spChg chg="mod">
          <ac:chgData name="Priyal Madvi" userId="b50d640e07d01c71" providerId="LiveId" clId="{A99EF7A5-65BD-4454-9A5C-84347BF383ED}" dt="2025-02-08T04:54:57.144" v="213" actId="20577"/>
          <ac:spMkLst>
            <pc:docMk/>
            <pc:sldMk cId="0" sldId="306"/>
            <ac:spMk id="1048657" creationId="{00000000-0000-0000-0000-000000000000}"/>
          </ac:spMkLst>
        </pc:spChg>
      </pc:sldChg>
      <pc:sldChg chg="addSp delSp modSp add mod">
        <pc:chgData name="Priyal Madvi" userId="b50d640e07d01c71" providerId="LiveId" clId="{A99EF7A5-65BD-4454-9A5C-84347BF383ED}" dt="2025-02-08T03:51:56.327" v="209" actId="1076"/>
        <pc:sldMkLst>
          <pc:docMk/>
          <pc:sldMk cId="3628899232" sldId="308"/>
        </pc:sldMkLst>
        <pc:picChg chg="add mod">
          <ac:chgData name="Priyal Madvi" userId="b50d640e07d01c71" providerId="LiveId" clId="{A99EF7A5-65BD-4454-9A5C-84347BF383ED}" dt="2025-02-08T03:51:56.327" v="209" actId="1076"/>
          <ac:picMkLst>
            <pc:docMk/>
            <pc:sldMk cId="3628899232" sldId="308"/>
            <ac:picMk id="5" creationId="{99BE4CCE-4127-E964-C5B1-D4595076BB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6288" cy="40068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048759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</a:pPr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charset="0"/>
            </a:endParaRPr>
          </a:p>
        </p:txBody>
      </p:sp>
      <p:sp>
        <p:nvSpPr>
          <p:cNvPr id="1048761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/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</a:pPr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charset="0"/>
            </a:endParaRPr>
          </a:p>
        </p:txBody>
      </p:sp>
      <p:sp>
        <p:nvSpPr>
          <p:cNvPr id="1048762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</a:tabLst>
            </a:pPr>
            <a:endParaRPr kumimoji="0" lang="en-I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DejaVu Sans" charset="0"/>
            </a:endParaRP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/>
          <a:lstStyle/>
          <a:p>
            <a:pPr lvl="0" algn="r" defTabSz="457200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‹#›</a:t>
            </a:fld>
            <a:endParaRPr lang="en-IN" altLang="en-US" sz="1400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DejaVu San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596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597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2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0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02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3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06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07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8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15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6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10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2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22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11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2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28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12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32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33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2D1BD-46D1-6AC4-D0D7-9CA66EAF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Rectangle 6">
            <a:extLst>
              <a:ext uri="{FF2B5EF4-FFF2-40B4-BE49-F238E27FC236}">
                <a16:creationId xmlns:a16="http://schemas.microsoft.com/office/drawing/2014/main" id="{E3EDC1F7-701C-BF56-1A7D-99A23CAD543D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13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32" name="Rectangle 1">
            <a:extLst>
              <a:ext uri="{FF2B5EF4-FFF2-40B4-BE49-F238E27FC236}">
                <a16:creationId xmlns:a16="http://schemas.microsoft.com/office/drawing/2014/main" id="{F4A91FF7-E6B8-426B-5F17-B7659B2ED3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33" name="Rectangle 2">
            <a:extLst>
              <a:ext uri="{FF2B5EF4-FFF2-40B4-BE49-F238E27FC236}">
                <a16:creationId xmlns:a16="http://schemas.microsoft.com/office/drawing/2014/main" id="{267D94F7-2338-8C30-9A2F-1CF66EB78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84870169"/>
      </p:ext>
    </p:extLst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14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53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54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15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59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60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6"/>
          <p:cNvSpPr txBox="1"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/>
          <a:p>
            <a:pPr lvl="0" algn="r" defTabSz="457200" eaLnBrk="1" hangingPunct="1">
              <a:lnSpc>
                <a:spcPct val="93000"/>
              </a:lnSpc>
              <a:spcBef>
                <a:spcPct val="0"/>
              </a:spcBef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</a:tabLst>
            </a:pPr>
            <a:fld id="{9A0DB2DC-4C9A-4742-B13C-FB6460FD3503}" type="slidenum">
              <a:rPr lang="en-IN" altLang="en-US" sz="1400" dirty="0">
                <a:cs typeface="DejaVu Sans" charset="0"/>
              </a:rPr>
              <a:t>16</a:t>
            </a:fld>
            <a:endParaRPr lang="en-IN" altLang="en-US" sz="1400" dirty="0">
              <a:ea typeface="DejaVu Sans" charset="0"/>
              <a:cs typeface="DejaVu Sans" charset="0"/>
            </a:endParaRPr>
          </a:p>
        </p:txBody>
      </p:sp>
      <p:sp>
        <p:nvSpPr>
          <p:cNvPr id="1048663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64" name="Rectangle 2"/>
          <p:cNvSpPr>
            <a:spLocks noGrp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lstStyle/>
          <a:p>
            <a:pPr lvl="0"/>
            <a:endParaRPr lang="en-US" altLang="en-US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17"/>
          <p:cNvGrpSpPr/>
          <p:nvPr/>
        </p:nvGrpSpPr>
        <p:grpSpPr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3145731" name="Straight Connector 2"/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2" name="Straight Connector 16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728" name="Freeform 29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29" name="Freeform 3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30" name="Freeform 31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31" name="Freeform 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32" name="Freeform 3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33" name="Freeform 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34" name="Freeform 3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735" name="Freeform 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736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37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8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738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4638CC27-6A72-4006-87A6-86ECC2DDCD88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3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4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hangingPunct="1"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1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8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9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0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5"/>
            </a:lvl1pPr>
            <a:lvl2pPr>
              <a:defRPr sz="1765"/>
            </a:lvl2pPr>
            <a:lvl3pPr>
              <a:defRPr sz="1545"/>
            </a:lvl3pPr>
            <a:lvl4pPr>
              <a:defRPr sz="1325"/>
            </a:lvl4pPr>
            <a:lvl5pPr>
              <a:defRPr sz="1325"/>
            </a:lvl5pPr>
            <a:lvl6pPr>
              <a:defRPr sz="1325"/>
            </a:lvl6pPr>
            <a:lvl7pPr>
              <a:defRPr sz="1325"/>
            </a:lvl7pPr>
            <a:lvl8pPr>
              <a:defRPr sz="1325"/>
            </a:lvl8pPr>
            <a:lvl9pPr>
              <a:defRPr sz="13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1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1615" indent="0">
              <a:buNone/>
              <a:defRPr sz="17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7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2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5"/>
            </a:lvl1pPr>
            <a:lvl2pPr marL="377825" indent="0">
              <a:buNone/>
              <a:defRPr sz="1155"/>
            </a:lvl2pPr>
            <a:lvl3pPr marL="755650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89760" indent="0">
              <a:buNone/>
              <a:defRPr sz="825"/>
            </a:lvl6pPr>
            <a:lvl7pPr marL="2267585" indent="0">
              <a:buNone/>
              <a:defRPr sz="825"/>
            </a:lvl7pPr>
            <a:lvl8pPr marL="2646045" indent="0">
              <a:buNone/>
              <a:defRPr sz="825"/>
            </a:lvl8pPr>
            <a:lvl9pPr marL="302387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2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 algn="ctr">
              <a:buNone/>
              <a:defRPr sz="1765"/>
            </a:lvl1pPr>
            <a:lvl2pPr marL="504190" indent="0">
              <a:buNone/>
              <a:defRPr sz="1765"/>
            </a:lvl2pPr>
            <a:lvl3pPr marL="1007745" indent="0">
              <a:buNone/>
              <a:defRPr sz="1765"/>
            </a:lvl3pPr>
            <a:lvl4pPr marL="1511935" indent="0">
              <a:buNone/>
              <a:defRPr sz="1765"/>
            </a:lvl4pPr>
            <a:lvl5pPr marL="2016125" indent="0">
              <a:buNone/>
              <a:defRPr sz="1765"/>
            </a:lvl5pPr>
            <a:lvl6pPr marL="2519680" indent="0">
              <a:buNone/>
              <a:defRPr sz="1765"/>
            </a:lvl6pPr>
            <a:lvl7pPr marL="3023870" indent="0">
              <a:buNone/>
              <a:defRPr sz="1765"/>
            </a:lvl7pPr>
            <a:lvl8pPr marL="3528060" indent="0">
              <a:buNone/>
              <a:defRPr sz="1765"/>
            </a:lvl8pPr>
            <a:lvl9pPr marL="4031615" indent="0">
              <a:buNone/>
              <a:defRPr sz="1765"/>
            </a:lvl9pPr>
          </a:lstStyle>
          <a:p>
            <a:pPr marL="0" marR="0" lvl="0" indent="0" algn="ctr" defTabSz="503555" rtl="0" eaLnBrk="0" fontAlgn="base" latinLnBrk="0" hangingPunct="0">
              <a:lnSpc>
                <a:spcPct val="100000"/>
              </a:lnSpc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None/>
            </a:pPr>
            <a:r>
              <a:rPr kumimoji="0" lang="en-US" sz="1765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1765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43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5"/>
            </a:lvl1pPr>
            <a:lvl2pPr marL="504190" indent="0">
              <a:buNone/>
              <a:defRPr sz="1325"/>
            </a:lvl2pPr>
            <a:lvl3pPr marL="1007745" indent="0">
              <a:buNone/>
              <a:defRPr sz="1100"/>
            </a:lvl3pPr>
            <a:lvl4pPr marL="1511935" indent="0">
              <a:buNone/>
              <a:defRPr sz="990"/>
            </a:lvl4pPr>
            <a:lvl5pPr marL="2016125" indent="0">
              <a:buNone/>
              <a:defRPr sz="990"/>
            </a:lvl5pPr>
            <a:lvl6pPr marL="2519680" indent="0">
              <a:buNone/>
              <a:defRPr sz="990"/>
            </a:lvl6pPr>
            <a:lvl7pPr marL="3023870" indent="0">
              <a:buNone/>
              <a:defRPr sz="990"/>
            </a:lvl7pPr>
            <a:lvl8pPr marL="3528060" indent="0">
              <a:buNone/>
              <a:defRPr sz="990"/>
            </a:lvl8pPr>
            <a:lvl9pPr marL="4031615" indent="0">
              <a:buNone/>
              <a:defRPr sz="9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54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extBox 1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</a:p>
        </p:txBody>
      </p:sp>
      <p:sp>
        <p:nvSpPr>
          <p:cNvPr id="1048689" name="TextBox 2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FontTx/>
              <a:buNone/>
            </a:lvl2pPr>
            <a:lvl3pPr marL="1007745" indent="0">
              <a:buFontTx/>
              <a:buNone/>
            </a:lvl3pPr>
            <a:lvl4pPr marL="1511935" indent="0">
              <a:buFontTx/>
              <a:buNone/>
            </a:lvl4pPr>
            <a:lvl5pPr marL="2016125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2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B8EFE3B5-3360-4278-BFFE-BCF5A3D7F1C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9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hangingPunct="1"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4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extBox 1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</a:p>
        </p:txBody>
      </p:sp>
      <p:sp>
        <p:nvSpPr>
          <p:cNvPr id="1048700" name="TextBox 2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820" b="0" i="0" u="none" strike="noStrike" kern="1200" cap="none" spc="0" normalizeH="0" baseline="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  <p:sp>
        <p:nvSpPr>
          <p:cNvPr id="1048701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2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FontTx/>
              <a:buNone/>
            </a:lvl2pPr>
            <a:lvl3pPr marL="1007745" indent="0">
              <a:buFontTx/>
              <a:buNone/>
            </a:lvl3pPr>
            <a:lvl4pPr marL="1511935" indent="0">
              <a:buFontTx/>
              <a:buNone/>
            </a:lvl4pPr>
            <a:lvl5pPr marL="2016125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6623E3C-EDB1-4DA5-9EA9-EF9044F5F006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0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0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eaLnBrk="1" hangingPunct="1">
              <a:buNone/>
            </a:pPr>
            <a:fld id="{9A0DB2DC-4C9A-4742-B13C-FB6460FD350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4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4190" indent="0">
              <a:buFontTx/>
              <a:buNone/>
            </a:lvl2pPr>
            <a:lvl3pPr marL="1007745" indent="0">
              <a:buFontTx/>
              <a:buNone/>
            </a:lvl3pPr>
            <a:lvl4pPr marL="1511935" indent="0">
              <a:buFontTx/>
              <a:buNone/>
            </a:lvl4pPr>
            <a:lvl5pPr marL="2016125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9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419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8pPr>
            <a:lvl9pPr marL="4031615" indent="0">
              <a:buNone/>
              <a:defRPr sz="15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0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1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752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6"/>
          <p:cNvGrpSpPr/>
          <p:nvPr/>
        </p:nvGrpSpPr>
        <p:grpSpPr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1048576" name="Freeform 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3145728" name="Straight Connector 7"/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8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7" name="Freeform 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Freeform 1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Freeform 1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Freeform 1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Freeform 1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Freeform 1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Freeform 1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32B4A16-D2F9-48C4-A4AB-AAE9CEF9B887}" type="datetimeFigureOut">
              <a:rPr kumimoji="0" lang="en-US" sz="99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4/22/2025</a:t>
            </a:fld>
            <a:endParaRPr kumimoji="0" lang="en-US" sz="99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Trebuchet MS" panose="020B0603020202020204" pitchFamily="34" charset="0"/>
              </a:rPr>
              <a:t>‹#›</a:t>
            </a:fld>
            <a:endParaRPr lang="en-US" dirty="0">
              <a:latin typeface="Trebuchet MS" panose="020B0603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l" defTabSz="503555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555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880" indent="-3143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9205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4030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555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77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965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52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10" indent="-252095" algn="l" defTabSz="504190" rtl="0" eaLnBrk="1" latinLnBrk="0" hangingPunct="1">
        <a:spcBef>
          <a:spcPts val="110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1615" algn="l" defTabSz="50419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1"/>
          <p:cNvSpPr>
            <a:spLocks noChangeArrowheads="1"/>
          </p:cNvSpPr>
          <p:nvPr/>
        </p:nvSpPr>
        <p:spPr bwMode="auto">
          <a:xfrm>
            <a:off x="503238" y="6659563"/>
            <a:ext cx="9070975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Breaking Barriers: Real-Time Sign Language Recognition with CNNs</a:t>
            </a:r>
          </a:p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Priyal Madvi   </a:t>
            </a: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22107020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Sneha Gupta    </a:t>
            </a: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22107042</a:t>
            </a:r>
            <a:endParaRPr lang="en-IN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Ayush Gupta </a:t>
            </a:r>
            <a: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23207007</a:t>
            </a:r>
            <a:endParaRPr lang="en-I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IN" altLang="en-US" sz="3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Rushikesh</a:t>
            </a: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Palekar</a:t>
            </a: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23207004</a:t>
            </a:r>
            <a:endParaRPr kumimoji="0" lang="en-IN" altLang="en-US" sz="36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Guide</a:t>
            </a: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</a:t>
            </a:r>
            <a:r>
              <a:rPr lang="en-IN" altLang="en-US" sz="3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Aavani</a:t>
            </a: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Nair</a:t>
            </a:r>
            <a:endParaRPr kumimoji="0" lang="en-IN" altLang="en-US" sz="3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I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endParaRPr kumimoji="0" lang="en-I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3145730" name="Straight Connector 2"/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97152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146050"/>
            <a:ext cx="7686675" cy="1571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1"/>
          <p:cNvSpPr/>
          <p:nvPr/>
        </p:nvSpPr>
        <p:spPr>
          <a:xfrm>
            <a:off x="504825" y="144463"/>
            <a:ext cx="9070975" cy="1057275"/>
          </a:xfrm>
          <a:prstGeom prst="rect">
            <a:avLst/>
          </a:prstGeom>
          <a:noFill/>
          <a:ln w="9525">
            <a:noFill/>
          </a:ln>
        </p:spPr>
        <p:txBody>
          <a:bodyPr lIns="0" tIns="31680" rIns="0" bIns="0" anchor="ctr" anchorCtr="0"/>
          <a:lstStyle/>
          <a:p>
            <a:pPr algn="ctr" defTabSz="457200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Outline</a:t>
            </a:r>
            <a:endParaRPr lang="en-IN" altLang="en-US" sz="3600" b="1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</a:endParaRPr>
          </a:p>
        </p:txBody>
      </p:sp>
      <p:sp>
        <p:nvSpPr>
          <p:cNvPr id="1048599" name="Rectangle 2"/>
          <p:cNvSpPr/>
          <p:nvPr/>
        </p:nvSpPr>
        <p:spPr>
          <a:xfrm>
            <a:off x="504825" y="1236663"/>
            <a:ext cx="9323388" cy="5578475"/>
          </a:xfrm>
          <a:prstGeom prst="rect">
            <a:avLst/>
          </a:prstGeom>
          <a:noFill/>
          <a:ln w="9525">
            <a:noFill/>
          </a:ln>
        </p:spPr>
        <p:txBody>
          <a:bodyPr lIns="0" tIns="21240" rIns="0" bIns="0"/>
          <a:lstStyle/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of the existing systems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systems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methodologies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430530" indent="-322580" algn="just" defTabSz="4572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Rectangle 1"/>
          <p:cNvSpPr>
            <a:spLocks noChangeArrowheads="1"/>
          </p:cNvSpPr>
          <p:nvPr/>
        </p:nvSpPr>
        <p:spPr bwMode="auto">
          <a:xfrm>
            <a:off x="538890" y="95908"/>
            <a:ext cx="9431016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lang="en-US" altLang="en-US" sz="3200" b="1" noProof="0" dirty="0">
                <a:ln>
                  <a:noFill/>
                </a:ln>
                <a:solidFill>
                  <a:sysClr val="windowText" lastClr="000000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</a:t>
            </a:r>
            <a:endParaRPr kumimoji="0" lang="en-I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uLnTx/>
              <a:uFillTx/>
              <a:latin typeface="Times New Roman" panose="02020603050405020304" pitchFamily="18" charset="0"/>
              <a:ea typeface="+mn-ea"/>
              <a:cs typeface="DejaVu Sans" charset="0"/>
            </a:endParaRPr>
          </a:p>
        </p:txBody>
      </p:sp>
      <p:sp>
        <p:nvSpPr>
          <p:cNvPr id="1048604" name="Content Placeholder 2"/>
          <p:cNvSpPr txBox="1"/>
          <p:nvPr/>
        </p:nvSpPr>
        <p:spPr bwMode="auto">
          <a:xfrm>
            <a:off x="110719" y="1331565"/>
            <a:ext cx="9251950" cy="5767736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2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5475" marR="0" lvl="0" indent="-3587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AI-powered system for real-time sign language recognition.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358775" algn="just" defTabSz="914400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Utilizes CNNs to interpret hand gestures accurately.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358775" algn="just" defTabSz="914400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alt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American sign language (ASL) to enhance communication through                     gesture-based interaction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358775" algn="just" defTabSz="914400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Enhances accessibility through real-time, AI-driven gesture analysis. 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76200" algn="just">
              <a:buNone/>
            </a:pPr>
            <a:endParaRPr lang="en-US" sz="96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indent="-76200" algn="just">
              <a:buFont typeface="Arial" panose="020B0604020202020204" pitchFamily="34" charset="0"/>
              <a:buNone/>
            </a:pPr>
            <a:r>
              <a:rPr lang="en-US" altLang="en-US" sz="9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1.1  Motivation</a:t>
            </a:r>
          </a:p>
          <a:p>
            <a:pPr marL="266700" indent="0" algn="just">
              <a:buNone/>
            </a:pPr>
            <a:endParaRPr lang="en-US" sz="96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algn="just"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sign language recognition fosters inclusivity by enabling seamless communication.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algn="just"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Utilizes CNNs to improve accessibility and reduce dependence on human interpreters.</a:t>
            </a:r>
            <a:endParaRPr lang="en-US" sz="96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ource Sans Pro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Content Placeholder 2"/>
          <p:cNvSpPr>
            <a:spLocks noGrp="1"/>
          </p:cNvSpPr>
          <p:nvPr>
            <p:ph idx="1"/>
          </p:nvPr>
        </p:nvSpPr>
        <p:spPr>
          <a:xfrm>
            <a:off x="215776" y="467469"/>
            <a:ext cx="9145016" cy="5832648"/>
          </a:xfrm>
        </p:spPr>
        <p:txBody>
          <a:bodyPr/>
          <a:lstStyle/>
          <a:p>
            <a:pPr marL="0" indent="0" algn="just">
              <a:buClr>
                <a:srgbClr val="000000"/>
              </a:buClr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Objectives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recognize the alphabet, convolutional neural networks (CNN) are effectively utilized in the process.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hand from frame by using media pipe.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efficiently form a message, convolutional neural networks are applied in the process.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hear and deliver the message pyttsx3 library is used.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translate recognized sentence into multiple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languages,googletrans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utilized.</a:t>
            </a:r>
          </a:p>
          <a:p>
            <a:pPr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save time, words are suggested using Enchant.</a:t>
            </a:r>
          </a:p>
          <a:p>
            <a:pPr marL="0" indent="0" algn="just">
              <a:buClr>
                <a:srgbClr val="000000"/>
              </a:buClr>
              <a:buNone/>
            </a:pP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>
          <a:xfrm>
            <a:off x="671830" y="107430"/>
            <a:ext cx="8813165" cy="720080"/>
          </a:xfrm>
        </p:spPr>
        <p:txBody>
          <a:bodyPr/>
          <a:lstStyle/>
          <a:p>
            <a:r>
              <a:rPr lang="en-IN" altLang="en-US" b="1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  <a:sym typeface="+mn-ea"/>
              </a:rPr>
              <a:t>Literature Survey of the existing system</a:t>
            </a:r>
            <a:endParaRPr lang="en-US" dirty="0"/>
          </a:p>
        </p:txBody>
      </p:sp>
      <p:graphicFrame>
        <p:nvGraphicFramePr>
          <p:cNvPr id="4194304" name="Content Placeholder 4"/>
          <p:cNvGraphicFramePr/>
          <p:nvPr>
            <p:extLst>
              <p:ext uri="{D42A27DB-BD31-4B8C-83A1-F6EECF244321}">
                <p14:modId xmlns:p14="http://schemas.microsoft.com/office/powerpoint/2010/main" val="2775128759"/>
              </p:ext>
            </p:extLst>
          </p:nvPr>
        </p:nvGraphicFramePr>
        <p:xfrm>
          <a:off x="143766" y="1331565"/>
          <a:ext cx="9793091" cy="52012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4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17167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401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</a:t>
                      </a:r>
                      <a:r>
                        <a:rPr lang="en-IN" sz="1985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of Sign Language Recognition Using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Citra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Suardi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pt-B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Anik Nur</a:t>
                      </a:r>
                      <a:r>
                        <a:rPr lang="pt-BR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Handayani, Rosa Andrie Asmara,</a:t>
                      </a:r>
                      <a:r>
                        <a:rPr lang="pl-PL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Aji Prasetya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pl-PL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Wibawa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pt-B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Lilis Nur Hayati,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Huzain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Azis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April 09 2022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The system uses grayscale ,which may hinder its ability to properly detect hand gesture against a dark background.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 pipe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Landmark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In our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system,we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 are using Media pipe, which allow for the clear and accurate detection of each nerve point of the hand, even in dark background.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671830" y="107429"/>
            <a:ext cx="8813165" cy="1568971"/>
          </a:xfrm>
        </p:spPr>
        <p:txBody>
          <a:bodyPr/>
          <a:lstStyle/>
          <a:p>
            <a:r>
              <a:rPr lang="en-IN" altLang="en-US" b="1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  <a:sym typeface="+mn-ea"/>
              </a:rPr>
              <a:t>Literature Survey of the existing system</a:t>
            </a:r>
            <a:endParaRPr lang="en-US" dirty="0"/>
          </a:p>
        </p:txBody>
      </p:sp>
      <p:graphicFrame>
        <p:nvGraphicFramePr>
          <p:cNvPr id="419430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4600925"/>
              </p:ext>
            </p:extLst>
          </p:nvPr>
        </p:nvGraphicFramePr>
        <p:xfrm>
          <a:off x="143766" y="1403573"/>
          <a:ext cx="9793091" cy="52565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42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464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r>
                        <a:rPr lang="it-IT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 Gesture Recognition for Sign Language Using Convolutional Neural Network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Dr.J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Rethna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Virgil Jeny,  Anjana,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Karnati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Monica,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Thandu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Sumanth ,A Mamatha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August 19,2021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 does not save the speech file and sends on other systems. 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pyttsx3</a:t>
                      </a:r>
                    </a:p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our  system, we provide saving and sending the Recognized  speech file.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633729" y="15137"/>
            <a:ext cx="8813165" cy="1339850"/>
          </a:xfrm>
        </p:spPr>
        <p:txBody>
          <a:bodyPr/>
          <a:lstStyle/>
          <a:p>
            <a:r>
              <a:rPr lang="en-IN" altLang="en-US" b="1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  <a:sym typeface="+mn-ea"/>
              </a:rPr>
              <a:t>Literature Survey of the existing system</a:t>
            </a:r>
            <a:endParaRPr lang="en-US" dirty="0"/>
          </a:p>
        </p:txBody>
      </p:sp>
      <p:graphicFrame>
        <p:nvGraphicFramePr>
          <p:cNvPr id="4194306" name="Content Placeholder 4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8959400"/>
              </p:ext>
            </p:extLst>
          </p:nvPr>
        </p:nvGraphicFramePr>
        <p:xfrm>
          <a:off x="143826" y="1354987"/>
          <a:ext cx="9792970" cy="5472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8190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</a:t>
                      </a: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erits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6768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 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 Recognition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Techniques- A Review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Safeel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Tejas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Sukumar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Shashank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 S , Arman M D 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Shashidhar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 ,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Puneeth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 B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 6, 2020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In this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system,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sentences are not translated into various languages,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limiting the system's usability and accessibility.</a:t>
                      </a:r>
                      <a:endParaRPr lang="zh-CN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googletrans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our system we provide the feature of translating sentences into various languages and the ability to read those sentences in different languages</a:t>
                      </a:r>
                      <a:r>
                        <a:rPr lang="en-US" altLang="zh-CN" dirty="0"/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Rectangle 1"/>
          <p:cNvSpPr>
            <a:spLocks noChangeArrowheads="1"/>
          </p:cNvSpPr>
          <p:nvPr/>
        </p:nvSpPr>
        <p:spPr bwMode="auto">
          <a:xfrm>
            <a:off x="287784" y="301625"/>
            <a:ext cx="9286429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 LIMITATION OF EXISTING SYSTEM</a:t>
            </a:r>
          </a:p>
        </p:txBody>
      </p:sp>
      <p:sp>
        <p:nvSpPr>
          <p:cNvPr id="1048613" name="Rectangle 2"/>
          <p:cNvSpPr>
            <a:spLocks noChangeArrowheads="1"/>
          </p:cNvSpPr>
          <p:nvPr/>
        </p:nvSpPr>
        <p:spPr bwMode="auto">
          <a:xfrm>
            <a:off x="287784" y="1596218"/>
            <a:ext cx="9070975" cy="4989513"/>
          </a:xfrm>
          <a:prstGeom prst="rect">
            <a:avLst/>
          </a:prstGeom>
          <a:noFill/>
          <a:ln>
            <a:noFill/>
          </a:ln>
        </p:spPr>
        <p:txBody>
          <a:bodyPr lIns="0" tIns="21240" rIns="0" bIns="0"/>
          <a:lstStyle>
            <a:lvl1pPr marL="1079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45085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Audio sending and saving support: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lack audio support to save and send it if person is not present in front.</a:t>
            </a:r>
          </a:p>
          <a:p>
            <a:pPr marL="450850" indent="-342900">
              <a:buFont typeface="Arial" panose="020B0604020202020204" pitchFamily="34" charset="0"/>
              <a:buChar char="•"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Translator: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offer a translator feature for converting message into several other languages also into different text.</a:t>
            </a:r>
          </a:p>
          <a:p>
            <a:pPr marL="45085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Images are utilized: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systems rely on grayscale images, limiting performance in certain conditions such as poor background or no clear background.</a:t>
            </a:r>
          </a:p>
          <a:p>
            <a:pPr marL="342900" lvl="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7950" marR="0" lvl="0" indent="0" algn="l" defTabSz="45720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ts val="1415"/>
              </a:spcAft>
              <a:buClrTx/>
              <a:buSzTx/>
              <a:buFontTx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kumimoji="0" lang="en-I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241882" y="251445"/>
            <a:ext cx="7420723" cy="1455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5035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j-cs"/>
              </a:rPr>
              <a:t> Problem statement 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j-cs"/>
            </a:endParaRP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>
          <a:xfrm>
            <a:off x="275960" y="1259557"/>
            <a:ext cx="8640763" cy="5616575"/>
          </a:xfrm>
        </p:spPr>
        <p:txBody>
          <a:bodyPr vert="horz" wrap="square" lIns="91440" tIns="45720" rIns="91440" bIns="45720" anchor="t" anchorCtr="0"/>
          <a:lstStyle/>
          <a:p>
            <a:pPr algn="just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is crucial for individuals who are deaf or hard of hearing, yet many struggle with limited access to reliable tools for real-time sign language recognition. </a:t>
            </a:r>
          </a:p>
          <a:p>
            <a:pPr algn="just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lack accuracy, real-time processing, or the ability to interpret a wide variety of gestures, creating barriers to smooth communication. </a:t>
            </a:r>
          </a:p>
          <a:p>
            <a:pPr algn="just"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gap can lead to misunderstandings, isolation, and reduced opportunities for social and professional integration.</a:t>
            </a:r>
            <a:endParaRPr lang="en-IN" altLang="x-non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Rectangle 1"/>
          <p:cNvSpPr>
            <a:spLocks noChangeArrowheads="1"/>
          </p:cNvSpPr>
          <p:nvPr/>
        </p:nvSpPr>
        <p:spPr bwMode="auto">
          <a:xfrm>
            <a:off x="498638" y="408959"/>
            <a:ext cx="9070975" cy="59789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System Design</a:t>
            </a:r>
          </a:p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7F893-563E-FB4C-10DC-228075ECB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1" y="1475581"/>
            <a:ext cx="9845136" cy="54726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1"/>
          <p:cNvSpPr>
            <a:spLocks noChangeArrowheads="1"/>
          </p:cNvSpPr>
          <p:nvPr/>
        </p:nvSpPr>
        <p:spPr bwMode="auto">
          <a:xfrm>
            <a:off x="355028" y="-21338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Technologies </a:t>
            </a:r>
            <a:r>
              <a:rPr lang="en-GB" sz="36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 methodologies</a:t>
            </a: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endParaRPr kumimoji="0" lang="en-I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DejaVu Sans" charset="0"/>
            </a:endParaRPr>
          </a:p>
        </p:txBody>
      </p:sp>
      <p:sp>
        <p:nvSpPr>
          <p:cNvPr id="1048624" name="Rectangle 2"/>
          <p:cNvSpPr/>
          <p:nvPr/>
        </p:nvSpPr>
        <p:spPr>
          <a:xfrm>
            <a:off x="503238" y="1768475"/>
            <a:ext cx="9070975" cy="4989513"/>
          </a:xfrm>
          <a:prstGeom prst="rect">
            <a:avLst/>
          </a:prstGeom>
          <a:noFill/>
          <a:ln w="9525">
            <a:noFill/>
          </a:ln>
        </p:spPr>
        <p:txBody>
          <a:bodyPr lIns="0" tIns="21240" rIns="0" bIns="0"/>
          <a:lstStyle/>
          <a:p>
            <a:pPr marL="107950" defTabSz="457200" eaLnBrk="1" hangingPunct="1">
              <a:lnSpc>
                <a:spcPct val="93000"/>
              </a:lnSpc>
              <a:spcAft>
                <a:spcPts val="1415"/>
              </a:spcAft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25" name="TextBox 2"/>
          <p:cNvSpPr txBox="1">
            <a:spLocks noChangeArrowheads="1"/>
          </p:cNvSpPr>
          <p:nvPr/>
        </p:nvSpPr>
        <p:spPr bwMode="auto">
          <a:xfrm>
            <a:off x="348105" y="794484"/>
            <a:ext cx="8929688" cy="489364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just">
              <a:spcBef>
                <a:spcPct val="20000"/>
              </a:spcBef>
            </a:pPr>
            <a:endParaRPr lang="en-GB" sz="2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rebuchet MS" panose="020B0603020202020204"/>
            </a:endParaRPr>
          </a:p>
          <a:p>
            <a:pPr algn="just">
              <a:spcBef>
                <a:spcPct val="20000"/>
              </a:spcBef>
            </a:pPr>
            <a:r>
              <a:rPr lang="en-GB" altLang="en-US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rebuchet MS" panose="020B0603020202020204"/>
              </a:rPr>
              <a:t>Hardware :</a:t>
            </a:r>
            <a:endParaRPr lang="en-GB" altLang="en-US" sz="2400" b="1" dirty="0">
              <a:solidFill>
                <a:srgbClr val="000000"/>
              </a:solidFill>
              <a:latin typeface="Source Sans Pro" pitchFamily="34" charset="0"/>
            </a:endParaRP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Webcam</a:t>
            </a:r>
            <a:endParaRPr lang="en-GB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Software</a:t>
            </a:r>
            <a:r>
              <a:rPr lang="en-GB" sz="2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rebuchet MS" panose="020B0603020202020204"/>
              </a:rPr>
              <a:t> :</a:t>
            </a:r>
            <a:endParaRPr lang="en-GB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alt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(3.11.0)</a:t>
            </a: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PyCharm</a:t>
            </a: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libraries: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OpenCV, NumPy,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, media pipe,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endParaRPr lang="en-IN" altLang="en-GB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20000"/>
              </a:spcBef>
            </a:pPr>
            <a:r>
              <a:rPr lang="en-IN" altLang="en-GB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alt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CNNs (</a:t>
            </a: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onvolutional Neural Network</a:t>
            </a:r>
            <a:r>
              <a:rPr lang="en-IN" alt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spcBef>
                <a:spcPct val="20000"/>
              </a:spcBef>
            </a:pPr>
            <a:r>
              <a:rPr lang="en-IN" altLang="en-GB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 marL="342900" indent="-342900" algn="just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IN" alt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 Z (each contain 180 skeleton images</a:t>
            </a:r>
            <a:r>
              <a:rPr lang="en-IN" altLang="en-GB"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68x69</a:t>
            </a:r>
            <a:endParaRPr lang="en-IN" altLang="en-GB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1"/>
          <p:cNvSpPr>
            <a:spLocks noChangeArrowheads="1"/>
          </p:cNvSpPr>
          <p:nvPr/>
        </p:nvSpPr>
        <p:spPr bwMode="auto">
          <a:xfrm>
            <a:off x="503238" y="107430"/>
            <a:ext cx="9070975" cy="50405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Implementation</a:t>
            </a:r>
          </a:p>
        </p:txBody>
      </p:sp>
      <p:sp>
        <p:nvSpPr>
          <p:cNvPr id="1048630" name="Rectangle 2"/>
          <p:cNvSpPr/>
          <p:nvPr/>
        </p:nvSpPr>
        <p:spPr>
          <a:xfrm>
            <a:off x="503238" y="827509"/>
            <a:ext cx="9070975" cy="5930479"/>
          </a:xfrm>
          <a:prstGeom prst="rect">
            <a:avLst/>
          </a:prstGeom>
          <a:noFill/>
          <a:ln w="9525">
            <a:noFill/>
          </a:ln>
        </p:spPr>
        <p:txBody>
          <a:bodyPr lIns="0" tIns="21240" rIns="0" bIns="0"/>
          <a:lstStyle/>
          <a:p>
            <a:pPr marL="107950" defTabSz="457200" eaLnBrk="1" hangingPunct="1">
              <a:lnSpc>
                <a:spcPct val="93000"/>
              </a:lnSpc>
              <a:spcAft>
                <a:spcPts val="1415"/>
              </a:spcAft>
              <a:buNone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85AB4-9629-2B7B-31A3-961614550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3" y="1163367"/>
            <a:ext cx="8928744" cy="525876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E4939-0D92-BB10-FB42-8878C623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Rectangle 1">
            <a:extLst>
              <a:ext uri="{FF2B5EF4-FFF2-40B4-BE49-F238E27FC236}">
                <a16:creationId xmlns:a16="http://schemas.microsoft.com/office/drawing/2014/main" id="{F4C98C49-18C6-9BC5-6A3D-E48527519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07430"/>
            <a:ext cx="9070975" cy="50405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Implementation</a:t>
            </a:r>
          </a:p>
        </p:txBody>
      </p:sp>
      <p:sp>
        <p:nvSpPr>
          <p:cNvPr id="1048630" name="Rectangle 2">
            <a:extLst>
              <a:ext uri="{FF2B5EF4-FFF2-40B4-BE49-F238E27FC236}">
                <a16:creationId xmlns:a16="http://schemas.microsoft.com/office/drawing/2014/main" id="{EC1E3466-EDE0-CC43-3146-0BDCE37B35AE}"/>
              </a:ext>
            </a:extLst>
          </p:cNvPr>
          <p:cNvSpPr/>
          <p:nvPr/>
        </p:nvSpPr>
        <p:spPr>
          <a:xfrm>
            <a:off x="503238" y="827509"/>
            <a:ext cx="9070975" cy="5930479"/>
          </a:xfrm>
          <a:prstGeom prst="rect">
            <a:avLst/>
          </a:prstGeom>
          <a:noFill/>
          <a:ln w="9525">
            <a:noFill/>
          </a:ln>
        </p:spPr>
        <p:txBody>
          <a:bodyPr lIns="0" tIns="21240" rIns="0" bIns="0"/>
          <a:lstStyle/>
          <a:p>
            <a:pPr marL="107950" defTabSz="457200" eaLnBrk="1" hangingPunct="1">
              <a:lnSpc>
                <a:spcPct val="93000"/>
              </a:lnSpc>
              <a:spcAft>
                <a:spcPts val="1415"/>
              </a:spcAft>
              <a:buNone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9D996-7A1D-0742-D60D-B0349ACFC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5" y="1157086"/>
            <a:ext cx="9432799" cy="524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99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Rectangle 1"/>
          <p:cNvSpPr>
            <a:spLocks noChangeArrowheads="1"/>
          </p:cNvSpPr>
          <p:nvPr/>
        </p:nvSpPr>
        <p:spPr bwMode="auto">
          <a:xfrm>
            <a:off x="359792" y="301625"/>
            <a:ext cx="9214421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Conclusion</a:t>
            </a:r>
          </a:p>
        </p:txBody>
      </p:sp>
      <p:sp>
        <p:nvSpPr>
          <p:cNvPr id="1048650" name="Rectangle 2"/>
          <p:cNvSpPr/>
          <p:nvPr/>
        </p:nvSpPr>
        <p:spPr>
          <a:xfrm>
            <a:off x="503238" y="1768475"/>
            <a:ext cx="9070975" cy="4989513"/>
          </a:xfrm>
          <a:prstGeom prst="rect">
            <a:avLst/>
          </a:prstGeom>
          <a:noFill/>
          <a:ln w="9525">
            <a:noFill/>
          </a:ln>
        </p:spPr>
        <p:txBody>
          <a:bodyPr lIns="0" tIns="21240" rIns="0" bIns="0"/>
          <a:lstStyle/>
          <a:p>
            <a:pPr marL="107950" defTabSz="457200" eaLnBrk="1" hangingPunct="1">
              <a:lnSpc>
                <a:spcPct val="93000"/>
              </a:lnSpc>
              <a:spcAft>
                <a:spcPts val="1415"/>
              </a:spcAft>
              <a:buNone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51" name="Rectangle 4"/>
          <p:cNvSpPr>
            <a:spLocks noChangeArrowheads="1"/>
          </p:cNvSpPr>
          <p:nvPr/>
        </p:nvSpPr>
        <p:spPr bwMode="auto">
          <a:xfrm>
            <a:off x="143768" y="1456006"/>
            <a:ext cx="8496696" cy="3416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lvl="0" indent="-342900" algn="just" defTabSz="9144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Breaking Barriers seeks to bridge the communication gap for individuals who rely on sign language . By harnessing the power of convolutional neural networks, our system offers accurate, real-time detection, enabling smoother and more inclusive interactions.</a:t>
            </a:r>
          </a:p>
          <a:p>
            <a:pPr marL="342900" lvl="0" indent="-342900" algn="just" defTabSz="9144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technology not only empowers the deaf and hard-of-hearing community but also promotes greater social integration and accessibility, paving the way for a more connected and understanding society.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Rectangle 1"/>
          <p:cNvSpPr>
            <a:spLocks noChangeArrowheads="1"/>
          </p:cNvSpPr>
          <p:nvPr/>
        </p:nvSpPr>
        <p:spPr bwMode="auto">
          <a:xfrm>
            <a:off x="431800" y="301625"/>
            <a:ext cx="9142413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58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  <a:tab pos="3144520" algn="l"/>
                <a:tab pos="3594100" algn="l"/>
                <a:tab pos="4043045" algn="l"/>
                <a:tab pos="4492625" algn="l"/>
                <a:tab pos="4941570" algn="l"/>
                <a:tab pos="5391150" algn="l"/>
                <a:tab pos="5840095" algn="l"/>
                <a:tab pos="6289675" algn="l"/>
                <a:tab pos="6738620" algn="l"/>
                <a:tab pos="7188200" algn="l"/>
                <a:tab pos="7637145" algn="l"/>
                <a:tab pos="8086725" algn="l"/>
                <a:tab pos="8535670" algn="l"/>
                <a:tab pos="8985250" algn="l"/>
              </a:tabLst>
            </a:pPr>
            <a:r>
              <a:rPr kumimoji="0" lang="en-I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DejaVu Sans" charset="0"/>
              </a:rPr>
              <a:t>References</a:t>
            </a:r>
          </a:p>
        </p:txBody>
      </p:sp>
      <p:sp>
        <p:nvSpPr>
          <p:cNvPr id="1048656" name="Rectangle 2"/>
          <p:cNvSpPr/>
          <p:nvPr/>
        </p:nvSpPr>
        <p:spPr>
          <a:xfrm>
            <a:off x="503238" y="1768475"/>
            <a:ext cx="9070975" cy="4989513"/>
          </a:xfrm>
          <a:prstGeom prst="rect">
            <a:avLst/>
          </a:prstGeom>
          <a:noFill/>
          <a:ln w="9525">
            <a:noFill/>
          </a:ln>
        </p:spPr>
        <p:txBody>
          <a:bodyPr lIns="0" tIns="21240" rIns="0" bIns="0"/>
          <a:lstStyle/>
          <a:p>
            <a:pPr marL="107950" defTabSz="457200" eaLnBrk="1" hangingPunct="1">
              <a:lnSpc>
                <a:spcPct val="93000"/>
              </a:lnSpc>
              <a:spcAft>
                <a:spcPts val="1415"/>
              </a:spcAft>
              <a:buNone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48657" name="TextBox 2"/>
          <p:cNvSpPr txBox="1">
            <a:spLocks noChangeArrowheads="1"/>
          </p:cNvSpPr>
          <p:nvPr/>
        </p:nvSpPr>
        <p:spPr bwMode="auto">
          <a:xfrm>
            <a:off x="287784" y="1450026"/>
            <a:ext cx="8929688" cy="790985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/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[1]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Citra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Suardi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Anik Nur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Handayani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Rosa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Andrie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Asmara, Aji</a:t>
            </a:r>
          </a:p>
          <a:p>
            <a:pPr algn="just"/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Prasetya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Wibawa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Lilis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Nur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Hayati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Huzain</a:t>
            </a:r>
            <a:r>
              <a:rPr lang="en-IN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sz="2400" b="0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Azis</a:t>
            </a:r>
            <a:r>
              <a:rPr lang="en-US" sz="2400" b="0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'</a:t>
            </a:r>
            <a:r>
              <a:rPr lang="en-US" sz="2400" b="1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Design of Sign</a:t>
            </a:r>
          </a:p>
          <a:p>
            <a:pPr algn="just"/>
            <a:r>
              <a:rPr lang="en-US" sz="2400" b="1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Language Recognition Using E-</a:t>
            </a:r>
            <a:r>
              <a:rPr lang="en-US" sz="2400" b="1" i="0" u="none" strike="noStrike" kern="1200" baseline="0" dirty="0" err="1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CNN',April</a:t>
            </a:r>
            <a:r>
              <a:rPr lang="en-US" sz="2400" b="1" i="0" u="none" strike="noStrike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09-11-2022.</a:t>
            </a:r>
          </a:p>
          <a:p>
            <a:pPr algn="just"/>
            <a:endParaRPr lang="zh-CN" altLang="en-US" sz="2400" b="1" dirty="0"/>
          </a:p>
          <a:p>
            <a:pPr marL="0" indent="0" algn="just" defTabSz="914400">
              <a:spcBef>
                <a:spcPct val="20000"/>
              </a:spcBef>
            </a:pP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Rethna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Virgil Jeny, A Anjana,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Monica,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Thandu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Sumanth ,A Mamatha , '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Gesture Recognition for Sign Language Using Convolutional Neural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Network',August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19,2021.</a:t>
            </a:r>
          </a:p>
          <a:p>
            <a:pPr marL="0" indent="0" algn="just" defTabSz="914400">
              <a:spcBef>
                <a:spcPct val="20000"/>
              </a:spcBef>
            </a:pPr>
            <a:endParaRPr lang="zh-CN" altLang="en-US" sz="2400" b="1" dirty="0"/>
          </a:p>
          <a:p>
            <a:pPr marL="0" lvl="0" indent="0" algn="just"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[3]Mohammed Safeel , Tejas Sukumar , Shashank K S , Arman M D , Shashidhar R , Puneeth S 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'Sign Language Recognition Techniques Using CNN' , Nov 6,2020.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</a:pPr>
            <a:endParaRPr lang="en-IN" sz="2400" b="1" dirty="0"/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endParaRPr lang="en-IN" sz="2400" b="1" dirty="0"/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0" indent="0" algn="just" defTabSz="914400">
              <a:spcBef>
                <a:spcPct val="20000"/>
              </a:spcBef>
            </a:pPr>
            <a:endParaRPr lang="en-IN" sz="3200" b="1" dirty="0">
              <a:sym typeface="+mn-ea"/>
            </a:endParaRP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ElsevierGulliver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itchFamily="34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GB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" pitchFamily="34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Rectangle 1"/>
          <p:cNvSpPr/>
          <p:nvPr/>
        </p:nvSpPr>
        <p:spPr>
          <a:xfrm>
            <a:off x="647700" y="3057525"/>
            <a:ext cx="9070975" cy="1262063"/>
          </a:xfrm>
          <a:prstGeom prst="rect">
            <a:avLst/>
          </a:prstGeom>
          <a:noFill/>
          <a:ln w="9525">
            <a:noFill/>
          </a:ln>
        </p:spPr>
        <p:txBody>
          <a:bodyPr lIns="0" tIns="31680" rIns="0" bIns="0" anchor="ctr" anchorCtr="0"/>
          <a:lstStyle/>
          <a:p>
            <a:pPr algn="ctr" defTabSz="457200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580" algn="l"/>
                <a:tab pos="898525" algn="l"/>
                <a:tab pos="1348105" algn="l"/>
                <a:tab pos="1797050" algn="l"/>
                <a:tab pos="2246630" algn="l"/>
                <a:tab pos="2695575" algn="l"/>
                <a:tab pos="3145155" algn="l"/>
                <a:tab pos="3594100" algn="l"/>
                <a:tab pos="4043680" algn="l"/>
                <a:tab pos="4492625" algn="l"/>
                <a:tab pos="4942205" algn="l"/>
                <a:tab pos="5391150" algn="l"/>
                <a:tab pos="5840730" algn="l"/>
                <a:tab pos="6289675" algn="l"/>
                <a:tab pos="6739255" algn="l"/>
                <a:tab pos="7188200" algn="l"/>
                <a:tab pos="7637780" algn="l"/>
                <a:tab pos="8086725" algn="l"/>
                <a:tab pos="8536305" algn="l"/>
                <a:tab pos="8985250" algn="l"/>
              </a:tabLst>
            </a:pPr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  <a:endParaRPr lang="en-IN" altLang="en-US" sz="3600" b="1" dirty="0">
              <a:solidFill>
                <a:srgbClr val="000000"/>
              </a:solidFill>
              <a:latin typeface="Times New Roman" panose="02020603050405020304" pitchFamily="18" charset="0"/>
              <a:ea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1*458"/>
  <p:tag name="TABLE_ENDDRAG_RECT" val="11*76*771*458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873</Words>
  <Application>Microsoft Office PowerPoint</Application>
  <PresentationFormat>Custom</PresentationFormat>
  <Paragraphs>161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DejaVu Sans</vt:lpstr>
      <vt:lpstr>ElsevierGulliver</vt:lpstr>
      <vt:lpstr>Source Sans Pro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Literature Survey of the existing system</vt:lpstr>
      <vt:lpstr>Literature Survey of the existing system</vt:lpstr>
      <vt:lpstr>Literature Survey of the existing system</vt:lpstr>
      <vt:lpstr>PowerPoint Presentation</vt:lpstr>
      <vt:lpstr> 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Priyal Madvi</cp:lastModifiedBy>
  <cp:revision>6</cp:revision>
  <dcterms:created xsi:type="dcterms:W3CDTF">2017-10-22T14:22:00Z</dcterms:created>
  <dcterms:modified xsi:type="dcterms:W3CDTF">2025-04-22T03:14:29Z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  <property fmtid="{D5CDD505-2E9C-101B-9397-08002B2CF9AE}" pid="12" name="ICV">
    <vt:lpwstr>c3b797443a654679b68deb813906ece3</vt:lpwstr>
  </property>
  <property fmtid="{D5CDD505-2E9C-101B-9397-08002B2CF9AE}" pid="13" name="KSOProductBuildVer">
    <vt:lpwstr>2057-12.2.0.19805</vt:lpwstr>
  </property>
</Properties>
</file>