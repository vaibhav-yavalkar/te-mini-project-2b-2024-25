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6" r:id="rId1"/>
  </p:sldMasterIdLst>
  <p:notesMasterIdLst>
    <p:notesMasterId r:id="rId17"/>
  </p:notesMasterIdLst>
  <p:sldIdLst>
    <p:sldId id="256" r:id="rId2"/>
    <p:sldId id="257" r:id="rId3"/>
    <p:sldId id="258" r:id="rId4"/>
    <p:sldId id="269" r:id="rId5"/>
    <p:sldId id="262" r:id="rId6"/>
    <p:sldId id="271" r:id="rId7"/>
    <p:sldId id="272" r:id="rId8"/>
    <p:sldId id="270" r:id="rId9"/>
    <p:sldId id="267" r:id="rId10"/>
    <p:sldId id="266" r:id="rId11"/>
    <p:sldId id="263" r:id="rId12"/>
    <p:sldId id="264" r:id="rId13"/>
    <p:sldId id="265" r:id="rId14"/>
    <p:sldId id="268" r:id="rId15"/>
    <p:sldId id="260" r:id="rId16"/>
  </p:sldIdLst>
  <p:sldSz cx="10080625" cy="7559675"/>
  <p:notesSz cx="7559675" cy="10691813"/>
  <p:defaultTex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5726" autoAdjust="0"/>
  </p:normalViewPr>
  <p:slideViewPr>
    <p:cSldViewPr>
      <p:cViewPr varScale="1">
        <p:scale>
          <a:sx n="71" d="100"/>
          <a:sy n="71" d="100"/>
        </p:scale>
        <p:origin x="1579" y="58"/>
      </p:cViewPr>
      <p:guideLst>
        <p:guide orient="horz" pos="2160"/>
        <p:guide pos="2880"/>
      </p:guideLst>
    </p:cSldViewPr>
  </p:slideViewPr>
  <p:outlineViewPr>
    <p:cViewPr varScale="1">
      <p:scale>
        <a:sx n="170" d="200"/>
        <a:sy n="170" d="200"/>
      </p:scale>
      <p:origin x="0" y="0"/>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35ACD8F3-E7F7-CA39-9B73-98FFCFC46004}"/>
              </a:ext>
            </a:extLst>
          </p:cNvPr>
          <p:cNvSpPr>
            <a:spLocks noGrp="1" noRot="1" noChangeAspect="1" noChangeArrowheads="1"/>
          </p:cNvSpPr>
          <p:nvPr>
            <p:ph type="sldImg"/>
          </p:nvPr>
        </p:nvSpPr>
        <p:spPr bwMode="auto">
          <a:xfrm>
            <a:off x="215900" y="812800"/>
            <a:ext cx="7126288" cy="400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2">
            <a:extLst>
              <a:ext uri="{FF2B5EF4-FFF2-40B4-BE49-F238E27FC236}">
                <a16:creationId xmlns:a16="http://schemas.microsoft.com/office/drawing/2014/main" id="{CA7062E3-3116-2B17-C0C3-7717A2FC1A40}"/>
              </a:ext>
            </a:extLst>
          </p:cNvPr>
          <p:cNvSpPr>
            <a:spLocks noGrp="1" noChangeArrowheads="1"/>
          </p:cNvSpPr>
          <p:nvPr>
            <p:ph type="body"/>
          </p:nvPr>
        </p:nvSpPr>
        <p:spPr bwMode="auto">
          <a:xfrm>
            <a:off x="755650" y="5078413"/>
            <a:ext cx="6046788" cy="4810125"/>
          </a:xfrm>
          <a:prstGeom prst="rect">
            <a:avLst/>
          </a:prstGeom>
          <a:noFill/>
          <a:ln>
            <a:noFill/>
          </a:ln>
          <a:effectLst/>
        </p:spPr>
        <p:txBody>
          <a:bodyPr vert="horz" wrap="square" lIns="0" tIns="0" rIns="0" bIns="0" numCol="1" anchor="t" anchorCtr="0" compatLnSpc="1">
            <a:prstTxWarp prst="textNoShape">
              <a:avLst/>
            </a:prstTxWarp>
          </a:bodyPr>
          <a:lstStyle/>
          <a:p>
            <a:pPr lvl="0"/>
            <a:endParaRPr lang="en-US" altLang="en-US" noProof="0"/>
          </a:p>
        </p:txBody>
      </p:sp>
      <p:sp>
        <p:nvSpPr>
          <p:cNvPr id="3075" name="Rectangle 3">
            <a:extLst>
              <a:ext uri="{FF2B5EF4-FFF2-40B4-BE49-F238E27FC236}">
                <a16:creationId xmlns:a16="http://schemas.microsoft.com/office/drawing/2014/main" id="{41E5E059-62F0-0B26-DA3C-76D1A0D8B837}"/>
              </a:ext>
            </a:extLst>
          </p:cNvPr>
          <p:cNvSpPr>
            <a:spLocks noGrp="1" noChangeArrowheads="1"/>
          </p:cNvSpPr>
          <p:nvPr>
            <p:ph type="hdr"/>
          </p:nvPr>
        </p:nvSpPr>
        <p:spPr bwMode="auto">
          <a:xfrm>
            <a:off x="0"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6" name="Rectangle 4">
            <a:extLst>
              <a:ext uri="{FF2B5EF4-FFF2-40B4-BE49-F238E27FC236}">
                <a16:creationId xmlns:a16="http://schemas.microsoft.com/office/drawing/2014/main" id="{AE0A9859-C4F7-6E94-6CF7-9CEA221236BC}"/>
              </a:ext>
            </a:extLst>
          </p:cNvPr>
          <p:cNvSpPr>
            <a:spLocks noGrp="1" noChangeArrowheads="1"/>
          </p:cNvSpPr>
          <p:nvPr>
            <p:ph type="dt"/>
          </p:nvPr>
        </p:nvSpPr>
        <p:spPr bwMode="auto">
          <a:xfrm>
            <a:off x="4278313"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7" name="Rectangle 5">
            <a:extLst>
              <a:ext uri="{FF2B5EF4-FFF2-40B4-BE49-F238E27FC236}">
                <a16:creationId xmlns:a16="http://schemas.microsoft.com/office/drawing/2014/main" id="{FFDD611E-0EA7-4556-6281-378B7B74A2BC}"/>
              </a:ext>
            </a:extLst>
          </p:cNvPr>
          <p:cNvSpPr>
            <a:spLocks noGrp="1" noChangeArrowheads="1"/>
          </p:cNvSpPr>
          <p:nvPr>
            <p:ph type="ftr"/>
          </p:nvPr>
        </p:nvSpPr>
        <p:spPr bwMode="auto">
          <a:xfrm>
            <a:off x="0"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8" name="Rectangle 6">
            <a:extLst>
              <a:ext uri="{FF2B5EF4-FFF2-40B4-BE49-F238E27FC236}">
                <a16:creationId xmlns:a16="http://schemas.microsoft.com/office/drawing/2014/main" id="{48579000-DA9C-9A3F-8E47-D39788C8F2E4}"/>
              </a:ext>
            </a:extLst>
          </p:cNvPr>
          <p:cNvSpPr>
            <a:spLocks noGrp="1" noChangeArrowheads="1"/>
          </p:cNvSpPr>
          <p:nvPr>
            <p:ph type="sldNum"/>
          </p:nvPr>
        </p:nvSpPr>
        <p:spPr bwMode="auto">
          <a:xfrm>
            <a:off x="4278313"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fld id="{A9F329FC-0E95-46E7-B5EA-B824427F3E99}" type="slidenum">
              <a:rPr lang="en-IN" altLang="en-US"/>
              <a:pPr>
                <a:defRPr/>
              </a:pPr>
              <a:t>‹#›</a:t>
            </a:fld>
            <a:endParaRPr lang="en-IN" altLang="en-US"/>
          </a:p>
        </p:txBody>
      </p:sp>
    </p:spTree>
    <p:extLst>
      <p:ext uri="{BB962C8B-B14F-4D97-AF65-F5344CB8AC3E}">
        <p14:creationId xmlns:p14="http://schemas.microsoft.com/office/powerpoint/2010/main" val="2495892066"/>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1DCD4DCD-4A58-30D9-2373-C9B33A5452F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0778CC04-0BA8-46EB-8AF9-CFB51B5B580E}" type="slidenum">
              <a:rPr lang="en-IN" altLang="en-US" sz="1400" smtClean="0"/>
              <a:pPr fontAlgn="base">
                <a:spcBef>
                  <a:spcPct val="0"/>
                </a:spcBef>
                <a:spcAft>
                  <a:spcPct val="0"/>
                </a:spcAft>
              </a:pPr>
              <a:t>1</a:t>
            </a:fld>
            <a:endParaRPr lang="en-IN" altLang="en-US" sz="1400"/>
          </a:p>
        </p:txBody>
      </p:sp>
      <p:sp>
        <p:nvSpPr>
          <p:cNvPr id="9219" name="Rectangle 1">
            <a:extLst>
              <a:ext uri="{FF2B5EF4-FFF2-40B4-BE49-F238E27FC236}">
                <a16:creationId xmlns:a16="http://schemas.microsoft.com/office/drawing/2014/main" id="{41F99E38-CA46-BAE9-55DF-562B6D7E70E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20" name="Rectangle 2">
            <a:extLst>
              <a:ext uri="{FF2B5EF4-FFF2-40B4-BE49-F238E27FC236}">
                <a16:creationId xmlns:a16="http://schemas.microsoft.com/office/drawing/2014/main" id="{AA9CCB0F-45B4-9884-1BD0-3A3D3FCEA3A8}"/>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744655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a:extLst>
              <a:ext uri="{FF2B5EF4-FFF2-40B4-BE49-F238E27FC236}">
                <a16:creationId xmlns:a16="http://schemas.microsoft.com/office/drawing/2014/main" id="{C55FA115-23B1-A1CC-F30F-A66436F602D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5BED6942-C37A-4658-8A2A-A39EDD6E29FF}" type="slidenum">
              <a:rPr lang="en-IN" altLang="en-US" sz="1400" smtClean="0"/>
              <a:pPr fontAlgn="base">
                <a:spcBef>
                  <a:spcPct val="0"/>
                </a:spcBef>
                <a:spcAft>
                  <a:spcPct val="0"/>
                </a:spcAft>
              </a:pPr>
              <a:t>2</a:t>
            </a:fld>
            <a:endParaRPr lang="en-IN" altLang="en-US" sz="1400"/>
          </a:p>
        </p:txBody>
      </p:sp>
      <p:sp>
        <p:nvSpPr>
          <p:cNvPr id="11267" name="Rectangle 1">
            <a:extLst>
              <a:ext uri="{FF2B5EF4-FFF2-40B4-BE49-F238E27FC236}">
                <a16:creationId xmlns:a16="http://schemas.microsoft.com/office/drawing/2014/main" id="{3DAC1107-D32F-EEED-2EFC-4D4AE07F6E86}"/>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a:extLst>
              <a:ext uri="{FF2B5EF4-FFF2-40B4-BE49-F238E27FC236}">
                <a16:creationId xmlns:a16="http://schemas.microsoft.com/office/drawing/2014/main" id="{A76C898D-3BE5-BB49-C805-81E059BEF504}"/>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561521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6">
            <a:extLst>
              <a:ext uri="{FF2B5EF4-FFF2-40B4-BE49-F238E27FC236}">
                <a16:creationId xmlns:a16="http://schemas.microsoft.com/office/drawing/2014/main" id="{09BE91F5-47EE-2CA2-CB9E-9729EAB639E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9AC1EADD-620D-4186-8707-2948396F2525}" type="slidenum">
              <a:rPr lang="en-IN" altLang="en-US" sz="1400" smtClean="0"/>
              <a:pPr fontAlgn="base">
                <a:spcBef>
                  <a:spcPct val="0"/>
                </a:spcBef>
                <a:spcAft>
                  <a:spcPct val="0"/>
                </a:spcAft>
              </a:pPr>
              <a:t>3</a:t>
            </a:fld>
            <a:endParaRPr lang="en-IN" altLang="en-US" sz="1400"/>
          </a:p>
        </p:txBody>
      </p:sp>
      <p:sp>
        <p:nvSpPr>
          <p:cNvPr id="13315" name="Rectangle 1">
            <a:extLst>
              <a:ext uri="{FF2B5EF4-FFF2-40B4-BE49-F238E27FC236}">
                <a16:creationId xmlns:a16="http://schemas.microsoft.com/office/drawing/2014/main" id="{36B0135D-7166-7214-B9D4-61716FEBED7C}"/>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6" name="Rectangle 2">
            <a:extLst>
              <a:ext uri="{FF2B5EF4-FFF2-40B4-BE49-F238E27FC236}">
                <a16:creationId xmlns:a16="http://schemas.microsoft.com/office/drawing/2014/main" id="{2EF48CFB-51EB-EE7B-CB2C-ADAACEE6D87E}"/>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746333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5EE63C63-CCC8-E7C8-101F-E51940E3F1F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BA79AA36-FA7C-435E-A6A6-574452431DD9}" type="slidenum">
              <a:rPr lang="en-IN" altLang="en-US" sz="1400" smtClean="0"/>
              <a:pPr fontAlgn="base">
                <a:spcBef>
                  <a:spcPct val="0"/>
                </a:spcBef>
                <a:spcAft>
                  <a:spcPct val="0"/>
                </a:spcAft>
              </a:pPr>
              <a:t>5</a:t>
            </a:fld>
            <a:endParaRPr lang="en-IN" altLang="en-US" sz="1400"/>
          </a:p>
        </p:txBody>
      </p:sp>
      <p:sp>
        <p:nvSpPr>
          <p:cNvPr id="20483" name="Rectangle 1">
            <a:extLst>
              <a:ext uri="{FF2B5EF4-FFF2-40B4-BE49-F238E27FC236}">
                <a16:creationId xmlns:a16="http://schemas.microsoft.com/office/drawing/2014/main" id="{A183F526-CC87-D3A6-951B-A2C67A08025A}"/>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4" name="Rectangle 2">
            <a:extLst>
              <a:ext uri="{FF2B5EF4-FFF2-40B4-BE49-F238E27FC236}">
                <a16:creationId xmlns:a16="http://schemas.microsoft.com/office/drawing/2014/main" id="{DAC5A061-C0AC-0098-3C1B-F89A8F35F952}"/>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731069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6">
            <a:extLst>
              <a:ext uri="{FF2B5EF4-FFF2-40B4-BE49-F238E27FC236}">
                <a16:creationId xmlns:a16="http://schemas.microsoft.com/office/drawing/2014/main" id="{50803606-5B3A-A9C8-7642-620E6256FE8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88CA6029-4DA7-4D2E-AF06-9FC69C022545}" type="slidenum">
              <a:rPr lang="en-IN" altLang="en-US" sz="1400" smtClean="0"/>
              <a:pPr fontAlgn="base">
                <a:spcBef>
                  <a:spcPct val="0"/>
                </a:spcBef>
                <a:spcAft>
                  <a:spcPct val="0"/>
                </a:spcAft>
              </a:pPr>
              <a:t>10</a:t>
            </a:fld>
            <a:endParaRPr lang="en-IN" altLang="en-US" sz="1400"/>
          </a:p>
        </p:txBody>
      </p:sp>
      <p:sp>
        <p:nvSpPr>
          <p:cNvPr id="15363" name="Rectangle 1">
            <a:extLst>
              <a:ext uri="{FF2B5EF4-FFF2-40B4-BE49-F238E27FC236}">
                <a16:creationId xmlns:a16="http://schemas.microsoft.com/office/drawing/2014/main" id="{8A5C3EDC-E283-6CF2-2CE1-21509C79AA13}"/>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4" name="Rectangle 2">
            <a:extLst>
              <a:ext uri="{FF2B5EF4-FFF2-40B4-BE49-F238E27FC236}">
                <a16:creationId xmlns:a16="http://schemas.microsoft.com/office/drawing/2014/main" id="{01880FEC-ABA5-55E2-F052-EC0BEFF76119}"/>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619152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6">
            <a:extLst>
              <a:ext uri="{FF2B5EF4-FFF2-40B4-BE49-F238E27FC236}">
                <a16:creationId xmlns:a16="http://schemas.microsoft.com/office/drawing/2014/main" id="{375FA0A7-9681-2AA8-BB7D-83B57172EFC9}"/>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368D50D7-12CC-44E7-B393-31E764DCDF05}" type="slidenum">
              <a:rPr lang="en-IN" altLang="en-US" sz="1400" smtClean="0"/>
              <a:pPr fontAlgn="base">
                <a:spcBef>
                  <a:spcPct val="0"/>
                </a:spcBef>
                <a:spcAft>
                  <a:spcPct val="0"/>
                </a:spcAft>
              </a:pPr>
              <a:t>11</a:t>
            </a:fld>
            <a:endParaRPr lang="en-IN" altLang="en-US" sz="1400"/>
          </a:p>
        </p:txBody>
      </p:sp>
      <p:sp>
        <p:nvSpPr>
          <p:cNvPr id="22531" name="Rectangle 1">
            <a:extLst>
              <a:ext uri="{FF2B5EF4-FFF2-40B4-BE49-F238E27FC236}">
                <a16:creationId xmlns:a16="http://schemas.microsoft.com/office/drawing/2014/main" id="{3049FC3B-F854-74F1-35C8-BFC285B9DCF8}"/>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2" name="Rectangle 2">
            <a:extLst>
              <a:ext uri="{FF2B5EF4-FFF2-40B4-BE49-F238E27FC236}">
                <a16:creationId xmlns:a16="http://schemas.microsoft.com/office/drawing/2014/main" id="{0F4C8A08-CBBE-1468-34E0-75239582B773}"/>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0362970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6">
            <a:extLst>
              <a:ext uri="{FF2B5EF4-FFF2-40B4-BE49-F238E27FC236}">
                <a16:creationId xmlns:a16="http://schemas.microsoft.com/office/drawing/2014/main" id="{8929F8E0-4C68-8001-A555-97438A760F41}"/>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6D1568BD-056C-40F4-8D6B-207C4D273E5C}" type="slidenum">
              <a:rPr lang="en-IN" altLang="en-US" sz="1400" smtClean="0"/>
              <a:pPr fontAlgn="base">
                <a:spcBef>
                  <a:spcPct val="0"/>
                </a:spcBef>
                <a:spcAft>
                  <a:spcPct val="0"/>
                </a:spcAft>
              </a:pPr>
              <a:t>12</a:t>
            </a:fld>
            <a:endParaRPr lang="en-IN" altLang="en-US" sz="1400"/>
          </a:p>
        </p:txBody>
      </p:sp>
      <p:sp>
        <p:nvSpPr>
          <p:cNvPr id="24579" name="Rectangle 1">
            <a:extLst>
              <a:ext uri="{FF2B5EF4-FFF2-40B4-BE49-F238E27FC236}">
                <a16:creationId xmlns:a16="http://schemas.microsoft.com/office/drawing/2014/main" id="{8EAE96E1-A175-82D1-9417-F4D5B3C1D142}"/>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80" name="Rectangle 2">
            <a:extLst>
              <a:ext uri="{FF2B5EF4-FFF2-40B4-BE49-F238E27FC236}">
                <a16:creationId xmlns:a16="http://schemas.microsoft.com/office/drawing/2014/main" id="{E6272E8B-679B-3193-E079-69687306854B}"/>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687160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6">
            <a:extLst>
              <a:ext uri="{FF2B5EF4-FFF2-40B4-BE49-F238E27FC236}">
                <a16:creationId xmlns:a16="http://schemas.microsoft.com/office/drawing/2014/main" id="{11476F66-CEA4-1C21-885C-E3993F0B9C5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DAE09511-35A9-44CA-B9CC-D647C3B8F99B}" type="slidenum">
              <a:rPr lang="en-IN" altLang="en-US" sz="1400" smtClean="0"/>
              <a:pPr fontAlgn="base">
                <a:spcBef>
                  <a:spcPct val="0"/>
                </a:spcBef>
                <a:spcAft>
                  <a:spcPct val="0"/>
                </a:spcAft>
              </a:pPr>
              <a:t>13</a:t>
            </a:fld>
            <a:endParaRPr lang="en-IN" altLang="en-US" sz="1400"/>
          </a:p>
        </p:txBody>
      </p:sp>
      <p:sp>
        <p:nvSpPr>
          <p:cNvPr id="26627" name="Rectangle 1">
            <a:extLst>
              <a:ext uri="{FF2B5EF4-FFF2-40B4-BE49-F238E27FC236}">
                <a16:creationId xmlns:a16="http://schemas.microsoft.com/office/drawing/2014/main" id="{7600E757-AE73-BFFC-4E51-9CCABBFDDED9}"/>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8" name="Rectangle 2">
            <a:extLst>
              <a:ext uri="{FF2B5EF4-FFF2-40B4-BE49-F238E27FC236}">
                <a16:creationId xmlns:a16="http://schemas.microsoft.com/office/drawing/2014/main" id="{1A6EA930-82C9-2B70-4589-216B7A14B29D}"/>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425662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6">
            <a:extLst>
              <a:ext uri="{FF2B5EF4-FFF2-40B4-BE49-F238E27FC236}">
                <a16:creationId xmlns:a16="http://schemas.microsoft.com/office/drawing/2014/main" id="{E9D8FE0B-D9F9-B6CE-0EE9-76091208FE3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9A0BDE2E-588F-4226-A48A-B66E1F7E30FD}" type="slidenum">
              <a:rPr lang="en-IN" altLang="en-US" sz="1400" smtClean="0"/>
              <a:pPr fontAlgn="base">
                <a:spcBef>
                  <a:spcPct val="0"/>
                </a:spcBef>
                <a:spcAft>
                  <a:spcPct val="0"/>
                </a:spcAft>
              </a:pPr>
              <a:t>14</a:t>
            </a:fld>
            <a:endParaRPr lang="en-IN" altLang="en-US" sz="1400"/>
          </a:p>
        </p:txBody>
      </p:sp>
      <p:sp>
        <p:nvSpPr>
          <p:cNvPr id="28675" name="Rectangle 1">
            <a:extLst>
              <a:ext uri="{FF2B5EF4-FFF2-40B4-BE49-F238E27FC236}">
                <a16:creationId xmlns:a16="http://schemas.microsoft.com/office/drawing/2014/main" id="{90F96CC7-BEF0-6BAB-A358-699D4691AA49}"/>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676" name="Rectangle 2">
            <a:extLst>
              <a:ext uri="{FF2B5EF4-FFF2-40B4-BE49-F238E27FC236}">
                <a16:creationId xmlns:a16="http://schemas.microsoft.com/office/drawing/2014/main" id="{4CA6FC6A-324D-41AB-33A2-EDED492539D3}"/>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329823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C94EB15F-EAE7-9FEF-0F15-74F2A8A6583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B643BA6A-CE12-4CBD-B888-B53C8CAB7BFB}" type="slidenum">
              <a:rPr lang="en-IN" altLang="en-US" sz="1400" smtClean="0"/>
              <a:pPr fontAlgn="base">
                <a:spcBef>
                  <a:spcPct val="0"/>
                </a:spcBef>
                <a:spcAft>
                  <a:spcPct val="0"/>
                </a:spcAft>
              </a:pPr>
              <a:t>15</a:t>
            </a:fld>
            <a:endParaRPr lang="en-IN" altLang="en-US" sz="1400"/>
          </a:p>
        </p:txBody>
      </p:sp>
      <p:sp>
        <p:nvSpPr>
          <p:cNvPr id="30723" name="Rectangle 1">
            <a:extLst>
              <a:ext uri="{FF2B5EF4-FFF2-40B4-BE49-F238E27FC236}">
                <a16:creationId xmlns:a16="http://schemas.microsoft.com/office/drawing/2014/main" id="{397532FC-C225-59D0-C218-270F78A720C0}"/>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4" name="Rectangle 2">
            <a:extLst>
              <a:ext uri="{FF2B5EF4-FFF2-40B4-BE49-F238E27FC236}">
                <a16:creationId xmlns:a16="http://schemas.microsoft.com/office/drawing/2014/main" id="{8E876A5B-9B3C-178E-7466-10F092323ECA}"/>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256783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7">
            <a:extLst>
              <a:ext uri="{FF2B5EF4-FFF2-40B4-BE49-F238E27FC236}">
                <a16:creationId xmlns:a16="http://schemas.microsoft.com/office/drawing/2014/main" id="{A914638A-BDA3-6237-DCAB-A12AF1B3A9E5}"/>
              </a:ext>
            </a:extLst>
          </p:cNvPr>
          <p:cNvGrpSpPr>
            <a:grpSpLocks/>
          </p:cNvGrpSpPr>
          <p:nvPr/>
        </p:nvGrpSpPr>
        <p:grpSpPr bwMode="auto">
          <a:xfrm>
            <a:off x="-9525" y="-9525"/>
            <a:ext cx="10110788" cy="7578725"/>
            <a:chOff x="-8466" y="-8468"/>
            <a:chExt cx="9171316" cy="6874935"/>
          </a:xfrm>
        </p:grpSpPr>
        <p:cxnSp>
          <p:nvCxnSpPr>
            <p:cNvPr id="5" name="Straight Connector 4">
              <a:extLst>
                <a:ext uri="{FF2B5EF4-FFF2-40B4-BE49-F238E27FC236}">
                  <a16:creationId xmlns:a16="http://schemas.microsoft.com/office/drawing/2014/main" id="{DA942163-021C-BF3B-4C11-3DA7ABF50167}"/>
                </a:ext>
              </a:extLst>
            </p:cNvPr>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2610B8AE-3919-3A07-9AC7-52B2F119519A}"/>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 name="Freeform 29">
              <a:extLst>
                <a:ext uri="{FF2B5EF4-FFF2-40B4-BE49-F238E27FC236}">
                  <a16:creationId xmlns:a16="http://schemas.microsoft.com/office/drawing/2014/main" id="{8D537359-0FBC-23D7-416E-5CDA1E13C7CC}"/>
                </a:ext>
              </a:extLst>
            </p:cNvPr>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30">
              <a:extLst>
                <a:ext uri="{FF2B5EF4-FFF2-40B4-BE49-F238E27FC236}">
                  <a16:creationId xmlns:a16="http://schemas.microsoft.com/office/drawing/2014/main" id="{086005B5-90EB-7904-2D23-277B23023DEE}"/>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31">
              <a:extLst>
                <a:ext uri="{FF2B5EF4-FFF2-40B4-BE49-F238E27FC236}">
                  <a16:creationId xmlns:a16="http://schemas.microsoft.com/office/drawing/2014/main" id="{AB826A25-85B9-5E5C-BF21-ED701C73229E}"/>
                </a:ext>
              </a:extLst>
            </p:cNvPr>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32">
              <a:extLst>
                <a:ext uri="{FF2B5EF4-FFF2-40B4-BE49-F238E27FC236}">
                  <a16:creationId xmlns:a16="http://schemas.microsoft.com/office/drawing/2014/main" id="{5E8A80F8-B7CE-E5F8-074B-518907F95BD3}"/>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33">
              <a:extLst>
                <a:ext uri="{FF2B5EF4-FFF2-40B4-BE49-F238E27FC236}">
                  <a16:creationId xmlns:a16="http://schemas.microsoft.com/office/drawing/2014/main" id="{AA21D5CA-52A0-004E-08A7-DD5495ADE542}"/>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34">
              <a:extLst>
                <a:ext uri="{FF2B5EF4-FFF2-40B4-BE49-F238E27FC236}">
                  <a16:creationId xmlns:a16="http://schemas.microsoft.com/office/drawing/2014/main" id="{D519CD0D-17C6-2335-636A-4E65B1E92A84}"/>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35">
              <a:extLst>
                <a:ext uri="{FF2B5EF4-FFF2-40B4-BE49-F238E27FC236}">
                  <a16:creationId xmlns:a16="http://schemas.microsoft.com/office/drawing/2014/main" id="{9D58E62B-42C5-D654-2D4C-BA2A8DD28617}"/>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7">
              <a:extLst>
                <a:ext uri="{FF2B5EF4-FFF2-40B4-BE49-F238E27FC236}">
                  <a16:creationId xmlns:a16="http://schemas.microsoft.com/office/drawing/2014/main" id="{5BDFF808-6BAA-02BE-0CDF-7C9038343936}"/>
                </a:ext>
              </a:extLst>
            </p:cNvPr>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2">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en-US"/>
              <a:t>Click to edit Master subtitle style</a:t>
            </a:r>
            <a:endParaRPr lang="en-US" dirty="0"/>
          </a:p>
        </p:txBody>
      </p:sp>
      <p:sp>
        <p:nvSpPr>
          <p:cNvPr id="15" name="Date Placeholder 3">
            <a:extLst>
              <a:ext uri="{FF2B5EF4-FFF2-40B4-BE49-F238E27FC236}">
                <a16:creationId xmlns:a16="http://schemas.microsoft.com/office/drawing/2014/main" id="{104863FC-73A3-DAEE-BBBC-2360BA91A39D}"/>
              </a:ext>
            </a:extLst>
          </p:cNvPr>
          <p:cNvSpPr>
            <a:spLocks noGrp="1"/>
          </p:cNvSpPr>
          <p:nvPr>
            <p:ph type="dt" sz="half" idx="10"/>
          </p:nvPr>
        </p:nvSpPr>
        <p:spPr/>
        <p:txBody>
          <a:bodyPr/>
          <a:lstStyle>
            <a:lvl1pPr>
              <a:defRPr/>
            </a:lvl1pPr>
          </a:lstStyle>
          <a:p>
            <a:pPr>
              <a:defRPr/>
            </a:pPr>
            <a:fld id="{B0574C83-88F2-4CF2-AC06-35E3D9886F0E}" type="datetimeFigureOut">
              <a:rPr lang="en-US"/>
              <a:pPr>
                <a:defRPr/>
              </a:pPr>
              <a:t>4/22/2025</a:t>
            </a:fld>
            <a:endParaRPr lang="en-US" dirty="0"/>
          </a:p>
        </p:txBody>
      </p:sp>
      <p:sp>
        <p:nvSpPr>
          <p:cNvPr id="16" name="Footer Placeholder 4">
            <a:extLst>
              <a:ext uri="{FF2B5EF4-FFF2-40B4-BE49-F238E27FC236}">
                <a16:creationId xmlns:a16="http://schemas.microsoft.com/office/drawing/2014/main" id="{9C3C22FD-B954-49F1-C4DA-FCA768A7C5EB}"/>
              </a:ext>
            </a:extLst>
          </p:cNvPr>
          <p:cNvSpPr>
            <a:spLocks noGrp="1"/>
          </p:cNvSpPr>
          <p:nvPr>
            <p:ph type="ftr" sz="quarter" idx="11"/>
          </p:nvPr>
        </p:nvSpPr>
        <p:spPr/>
        <p:txBody>
          <a:bodyPr/>
          <a:lstStyle>
            <a:lvl1pPr>
              <a:defRPr/>
            </a:lvl1pPr>
          </a:lstStyle>
          <a:p>
            <a:pPr>
              <a:defRPr/>
            </a:pPr>
            <a:endParaRPr lang="en-US"/>
          </a:p>
        </p:txBody>
      </p:sp>
      <p:sp>
        <p:nvSpPr>
          <p:cNvPr id="17" name="Slide Number Placeholder 5">
            <a:extLst>
              <a:ext uri="{FF2B5EF4-FFF2-40B4-BE49-F238E27FC236}">
                <a16:creationId xmlns:a16="http://schemas.microsoft.com/office/drawing/2014/main" id="{C807404C-D4F3-BA77-8027-EA77140A3F24}"/>
              </a:ext>
            </a:extLst>
          </p:cNvPr>
          <p:cNvSpPr>
            <a:spLocks noGrp="1"/>
          </p:cNvSpPr>
          <p:nvPr>
            <p:ph type="sldNum" sz="quarter" idx="12"/>
          </p:nvPr>
        </p:nvSpPr>
        <p:spPr/>
        <p:txBody>
          <a:bodyPr/>
          <a:lstStyle>
            <a:lvl1pPr>
              <a:defRPr/>
            </a:lvl1pPr>
          </a:lstStyle>
          <a:p>
            <a:pPr>
              <a:defRPr/>
            </a:pPr>
            <a:fld id="{0C877E24-4E1C-41DA-9358-88314D486236}" type="slidenum">
              <a:rPr lang="en-US"/>
              <a:pPr>
                <a:defRPr/>
              </a:pPr>
              <a:t>‹#›</a:t>
            </a:fld>
            <a:endParaRPr lang="en-US" dirty="0"/>
          </a:p>
        </p:txBody>
      </p:sp>
    </p:spTree>
    <p:extLst>
      <p:ext uri="{BB962C8B-B14F-4D97-AF65-F5344CB8AC3E}">
        <p14:creationId xmlns:p14="http://schemas.microsoft.com/office/powerpoint/2010/main" val="3127509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FC6CDD-A4CD-9961-459C-52F848727088}"/>
              </a:ext>
            </a:extLst>
          </p:cNvPr>
          <p:cNvSpPr>
            <a:spLocks noGrp="1"/>
          </p:cNvSpPr>
          <p:nvPr>
            <p:ph type="dt" sz="half" idx="10"/>
          </p:nvPr>
        </p:nvSpPr>
        <p:spPr/>
        <p:txBody>
          <a:bodyPr/>
          <a:lstStyle>
            <a:lvl1pPr>
              <a:defRPr/>
            </a:lvl1pPr>
          </a:lstStyle>
          <a:p>
            <a:pPr>
              <a:defRPr/>
            </a:pPr>
            <a:fld id="{089B3A94-B085-4F19-825B-A56D535E0FCF}" type="datetimeFigureOut">
              <a:rPr lang="en-US"/>
              <a:pPr>
                <a:defRPr/>
              </a:pPr>
              <a:t>4/22/2025</a:t>
            </a:fld>
            <a:endParaRPr lang="en-US" dirty="0"/>
          </a:p>
        </p:txBody>
      </p:sp>
      <p:sp>
        <p:nvSpPr>
          <p:cNvPr id="5" name="Footer Placeholder 4">
            <a:extLst>
              <a:ext uri="{FF2B5EF4-FFF2-40B4-BE49-F238E27FC236}">
                <a16:creationId xmlns:a16="http://schemas.microsoft.com/office/drawing/2014/main" id="{D90575C8-073F-DA11-096D-61D9AC859F0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85A60CE-861E-EEB0-723A-E692CDA8527C}"/>
              </a:ext>
            </a:extLst>
          </p:cNvPr>
          <p:cNvSpPr>
            <a:spLocks noGrp="1"/>
          </p:cNvSpPr>
          <p:nvPr>
            <p:ph type="sldNum" sz="quarter" idx="12"/>
          </p:nvPr>
        </p:nvSpPr>
        <p:spPr/>
        <p:txBody>
          <a:bodyPr/>
          <a:lstStyle>
            <a:lvl1pPr>
              <a:defRPr/>
            </a:lvl1pPr>
          </a:lstStyle>
          <a:p>
            <a:pPr>
              <a:defRPr/>
            </a:pPr>
            <a:fld id="{451F8C26-1D4C-4CB3-8F38-98581834A962}" type="slidenum">
              <a:rPr lang="en-US"/>
              <a:pPr>
                <a:defRPr/>
              </a:pPr>
              <a:t>‹#›</a:t>
            </a:fld>
            <a:endParaRPr lang="en-US" dirty="0"/>
          </a:p>
        </p:txBody>
      </p:sp>
    </p:spTree>
    <p:extLst>
      <p:ext uri="{BB962C8B-B14F-4D97-AF65-F5344CB8AC3E}">
        <p14:creationId xmlns:p14="http://schemas.microsoft.com/office/powerpoint/2010/main" val="3215532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09"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820554-F5C3-4F58-8D21-57D8CA153853}"/>
              </a:ext>
            </a:extLst>
          </p:cNvPr>
          <p:cNvSpPr>
            <a:spLocks noGrp="1"/>
          </p:cNvSpPr>
          <p:nvPr>
            <p:ph type="dt" sz="half" idx="10"/>
          </p:nvPr>
        </p:nvSpPr>
        <p:spPr/>
        <p:txBody>
          <a:bodyPr/>
          <a:lstStyle>
            <a:lvl1pPr>
              <a:defRPr/>
            </a:lvl1pPr>
          </a:lstStyle>
          <a:p>
            <a:pPr>
              <a:defRPr/>
            </a:pPr>
            <a:fld id="{A4648D7F-55ED-4F47-B600-C9B5E0AD7E38}" type="datetimeFigureOut">
              <a:rPr lang="en-US"/>
              <a:pPr>
                <a:defRPr/>
              </a:pPr>
              <a:t>4/22/2025</a:t>
            </a:fld>
            <a:endParaRPr lang="en-US" dirty="0"/>
          </a:p>
        </p:txBody>
      </p:sp>
      <p:sp>
        <p:nvSpPr>
          <p:cNvPr id="5" name="Footer Placeholder 4">
            <a:extLst>
              <a:ext uri="{FF2B5EF4-FFF2-40B4-BE49-F238E27FC236}">
                <a16:creationId xmlns:a16="http://schemas.microsoft.com/office/drawing/2014/main" id="{19A47D4D-DA82-4A5E-05B9-1DB31F08FF3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6FBE36B-C4CC-AFC3-67E6-502EDFD6E09B}"/>
              </a:ext>
            </a:extLst>
          </p:cNvPr>
          <p:cNvSpPr>
            <a:spLocks noGrp="1"/>
          </p:cNvSpPr>
          <p:nvPr>
            <p:ph type="sldNum" sz="quarter" idx="12"/>
          </p:nvPr>
        </p:nvSpPr>
        <p:spPr/>
        <p:txBody>
          <a:bodyPr/>
          <a:lstStyle>
            <a:lvl1pPr>
              <a:defRPr/>
            </a:lvl1pPr>
          </a:lstStyle>
          <a:p>
            <a:pPr>
              <a:defRPr/>
            </a:pPr>
            <a:fld id="{581E9C45-1A6B-4D01-9B3C-769109D336A4}" type="slidenum">
              <a:rPr lang="en-US"/>
              <a:pPr>
                <a:defRPr/>
              </a:pPr>
              <a:t>‹#›</a:t>
            </a:fld>
            <a:endParaRPr lang="en-US" dirty="0"/>
          </a:p>
        </p:txBody>
      </p:sp>
    </p:spTree>
    <p:extLst>
      <p:ext uri="{BB962C8B-B14F-4D97-AF65-F5344CB8AC3E}">
        <p14:creationId xmlns:p14="http://schemas.microsoft.com/office/powerpoint/2010/main" val="1584262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C30C2044-3A57-98D7-DE96-2DBED286B45A}"/>
              </a:ext>
            </a:extLst>
          </p:cNvPr>
          <p:cNvSpPr>
            <a:spLocks noGrp="1"/>
          </p:cNvSpPr>
          <p:nvPr>
            <p:ph type="dt" sz="half" idx="10"/>
          </p:nvPr>
        </p:nvSpPr>
        <p:spPr/>
        <p:txBody>
          <a:bodyPr/>
          <a:lstStyle>
            <a:lvl1pPr>
              <a:defRPr/>
            </a:lvl1pPr>
          </a:lstStyle>
          <a:p>
            <a:pPr>
              <a:defRPr/>
            </a:pPr>
            <a:fld id="{EC4A4608-1DFD-4E01-A836-25069A9895E3}" type="datetimeFigureOut">
              <a:rPr lang="en-US"/>
              <a:pPr>
                <a:defRPr/>
              </a:pPr>
              <a:t>4/22/2025</a:t>
            </a:fld>
            <a:endParaRPr lang="en-US" dirty="0"/>
          </a:p>
        </p:txBody>
      </p:sp>
      <p:sp>
        <p:nvSpPr>
          <p:cNvPr id="6" name="Footer Placeholder 4">
            <a:extLst>
              <a:ext uri="{FF2B5EF4-FFF2-40B4-BE49-F238E27FC236}">
                <a16:creationId xmlns:a16="http://schemas.microsoft.com/office/drawing/2014/main" id="{AE934E1D-EF9F-EC41-D976-0C9DFCE637D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A4F29B3-E9B8-6D05-7D13-1DB3E1D1B461}"/>
              </a:ext>
            </a:extLst>
          </p:cNvPr>
          <p:cNvSpPr>
            <a:spLocks noGrp="1"/>
          </p:cNvSpPr>
          <p:nvPr>
            <p:ph type="sldNum" sz="quarter" idx="12"/>
          </p:nvPr>
        </p:nvSpPr>
        <p:spPr/>
        <p:txBody>
          <a:bodyPr/>
          <a:lstStyle>
            <a:lvl1pPr>
              <a:defRPr/>
            </a:lvl1pPr>
          </a:lstStyle>
          <a:p>
            <a:pPr>
              <a:defRPr/>
            </a:pPr>
            <a:fld id="{F4DB1997-3E82-4A64-BC98-4F5B28AAA798}" type="slidenum">
              <a:rPr lang="en-US"/>
              <a:pPr>
                <a:defRPr/>
              </a:pPr>
              <a:t>‹#›</a:t>
            </a:fld>
            <a:endParaRPr lang="en-US" dirty="0"/>
          </a:p>
        </p:txBody>
      </p:sp>
    </p:spTree>
    <p:extLst>
      <p:ext uri="{BB962C8B-B14F-4D97-AF65-F5344CB8AC3E}">
        <p14:creationId xmlns:p14="http://schemas.microsoft.com/office/powerpoint/2010/main" val="4064259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31D1E825-2B4D-E822-77C4-E0BF8BBAD532}"/>
              </a:ext>
            </a:extLst>
          </p:cNvPr>
          <p:cNvSpPr>
            <a:spLocks noGrp="1"/>
          </p:cNvSpPr>
          <p:nvPr>
            <p:ph type="dt" sz="half" idx="10"/>
          </p:nvPr>
        </p:nvSpPr>
        <p:spPr/>
        <p:txBody>
          <a:bodyPr/>
          <a:lstStyle>
            <a:lvl1pPr>
              <a:defRPr/>
            </a:lvl1pPr>
          </a:lstStyle>
          <a:p>
            <a:pPr>
              <a:defRPr/>
            </a:pPr>
            <a:fld id="{798E21CB-F63F-4EFF-8064-0BCD56C8DC4C}" type="datetimeFigureOut">
              <a:rPr lang="en-US"/>
              <a:pPr>
                <a:defRPr/>
              </a:pPr>
              <a:t>4/22/2025</a:t>
            </a:fld>
            <a:endParaRPr lang="en-US" dirty="0"/>
          </a:p>
        </p:txBody>
      </p:sp>
      <p:sp>
        <p:nvSpPr>
          <p:cNvPr id="8" name="Footer Placeholder 4">
            <a:extLst>
              <a:ext uri="{FF2B5EF4-FFF2-40B4-BE49-F238E27FC236}">
                <a16:creationId xmlns:a16="http://schemas.microsoft.com/office/drawing/2014/main" id="{521565B6-511F-558C-C895-62523BAA620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FD6864FB-7179-2196-3177-885D1D2A0A62}"/>
              </a:ext>
            </a:extLst>
          </p:cNvPr>
          <p:cNvSpPr>
            <a:spLocks noGrp="1"/>
          </p:cNvSpPr>
          <p:nvPr>
            <p:ph type="sldNum" sz="quarter" idx="12"/>
          </p:nvPr>
        </p:nvSpPr>
        <p:spPr/>
        <p:txBody>
          <a:bodyPr/>
          <a:lstStyle>
            <a:lvl1pPr>
              <a:defRPr/>
            </a:lvl1pPr>
          </a:lstStyle>
          <a:p>
            <a:pPr>
              <a:defRPr/>
            </a:pPr>
            <a:fld id="{8B804405-2DF9-4AC6-889A-831A0564BB58}" type="slidenum">
              <a:rPr lang="en-US"/>
              <a:pPr>
                <a:defRPr/>
              </a:pPr>
              <a:t>‹#›</a:t>
            </a:fld>
            <a:endParaRPr lang="en-US" dirty="0"/>
          </a:p>
        </p:txBody>
      </p:sp>
    </p:spTree>
    <p:extLst>
      <p:ext uri="{BB962C8B-B14F-4D97-AF65-F5344CB8AC3E}">
        <p14:creationId xmlns:p14="http://schemas.microsoft.com/office/powerpoint/2010/main" val="2648045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F56257EE-7F78-3814-7907-A0A2A5A79BE5}"/>
              </a:ext>
            </a:extLst>
          </p:cNvPr>
          <p:cNvSpPr>
            <a:spLocks noGrp="1"/>
          </p:cNvSpPr>
          <p:nvPr>
            <p:ph type="dt" sz="half" idx="10"/>
          </p:nvPr>
        </p:nvSpPr>
        <p:spPr/>
        <p:txBody>
          <a:bodyPr/>
          <a:lstStyle>
            <a:lvl1pPr>
              <a:defRPr/>
            </a:lvl1pPr>
          </a:lstStyle>
          <a:p>
            <a:pPr>
              <a:defRPr/>
            </a:pPr>
            <a:fld id="{5B61E45B-13EE-48BF-AEF8-E6E45BC29A28}" type="datetimeFigureOut">
              <a:rPr lang="en-US"/>
              <a:pPr>
                <a:defRPr/>
              </a:pPr>
              <a:t>4/22/2025</a:t>
            </a:fld>
            <a:endParaRPr lang="en-US" dirty="0"/>
          </a:p>
        </p:txBody>
      </p:sp>
      <p:sp>
        <p:nvSpPr>
          <p:cNvPr id="4" name="Footer Placeholder 4">
            <a:extLst>
              <a:ext uri="{FF2B5EF4-FFF2-40B4-BE49-F238E27FC236}">
                <a16:creationId xmlns:a16="http://schemas.microsoft.com/office/drawing/2014/main" id="{9B39F046-3D90-3EBA-5C70-AC39916C6181}"/>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8B4FBD44-1826-A605-CED5-3E8DC654F1E5}"/>
              </a:ext>
            </a:extLst>
          </p:cNvPr>
          <p:cNvSpPr>
            <a:spLocks noGrp="1"/>
          </p:cNvSpPr>
          <p:nvPr>
            <p:ph type="sldNum" sz="quarter" idx="12"/>
          </p:nvPr>
        </p:nvSpPr>
        <p:spPr/>
        <p:txBody>
          <a:bodyPr/>
          <a:lstStyle>
            <a:lvl1pPr>
              <a:defRPr/>
            </a:lvl1pPr>
          </a:lstStyle>
          <a:p>
            <a:pPr>
              <a:defRPr/>
            </a:pPr>
            <a:fld id="{24FE1A5B-9E41-4331-BE31-096BF3FF3958}" type="slidenum">
              <a:rPr lang="en-US"/>
              <a:pPr>
                <a:defRPr/>
              </a:pPr>
              <a:t>‹#›</a:t>
            </a:fld>
            <a:endParaRPr lang="en-US" dirty="0"/>
          </a:p>
        </p:txBody>
      </p:sp>
    </p:spTree>
    <p:extLst>
      <p:ext uri="{BB962C8B-B14F-4D97-AF65-F5344CB8AC3E}">
        <p14:creationId xmlns:p14="http://schemas.microsoft.com/office/powerpoint/2010/main" val="2727388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8DB526E-2A12-3412-B733-E68A6D871B34}"/>
              </a:ext>
            </a:extLst>
          </p:cNvPr>
          <p:cNvSpPr>
            <a:spLocks noGrp="1"/>
          </p:cNvSpPr>
          <p:nvPr>
            <p:ph type="dt" sz="half" idx="10"/>
          </p:nvPr>
        </p:nvSpPr>
        <p:spPr/>
        <p:txBody>
          <a:bodyPr/>
          <a:lstStyle>
            <a:lvl1pPr>
              <a:defRPr/>
            </a:lvl1pPr>
          </a:lstStyle>
          <a:p>
            <a:pPr>
              <a:defRPr/>
            </a:pPr>
            <a:fld id="{8A0DDDDB-F589-4690-A2F6-C503998B255B}" type="datetimeFigureOut">
              <a:rPr lang="en-US"/>
              <a:pPr>
                <a:defRPr/>
              </a:pPr>
              <a:t>4/22/2025</a:t>
            </a:fld>
            <a:endParaRPr lang="en-US" dirty="0"/>
          </a:p>
        </p:txBody>
      </p:sp>
      <p:sp>
        <p:nvSpPr>
          <p:cNvPr id="3" name="Footer Placeholder 4">
            <a:extLst>
              <a:ext uri="{FF2B5EF4-FFF2-40B4-BE49-F238E27FC236}">
                <a16:creationId xmlns:a16="http://schemas.microsoft.com/office/drawing/2014/main" id="{CDCBDB49-C414-642D-B8F6-9CA96EDF29BE}"/>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60C3EC8-0B44-BD58-F0AE-454E1FB07F74}"/>
              </a:ext>
            </a:extLst>
          </p:cNvPr>
          <p:cNvSpPr>
            <a:spLocks noGrp="1"/>
          </p:cNvSpPr>
          <p:nvPr>
            <p:ph type="sldNum" sz="quarter" idx="12"/>
          </p:nvPr>
        </p:nvSpPr>
        <p:spPr/>
        <p:txBody>
          <a:bodyPr/>
          <a:lstStyle>
            <a:lvl1pPr>
              <a:defRPr/>
            </a:lvl1pPr>
          </a:lstStyle>
          <a:p>
            <a:pPr>
              <a:defRPr/>
            </a:pPr>
            <a:fld id="{CAB568E0-CFFC-4EB9-9006-20358C334438}" type="slidenum">
              <a:rPr lang="en-US"/>
              <a:pPr>
                <a:defRPr/>
              </a:pPr>
              <a:t>‹#›</a:t>
            </a:fld>
            <a:endParaRPr lang="en-US" dirty="0"/>
          </a:p>
        </p:txBody>
      </p:sp>
    </p:spTree>
    <p:extLst>
      <p:ext uri="{BB962C8B-B14F-4D97-AF65-F5344CB8AC3E}">
        <p14:creationId xmlns:p14="http://schemas.microsoft.com/office/powerpoint/2010/main" val="499540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3"/>
            </a:lvl1pPr>
            <a:lvl2pPr marL="377979" indent="0">
              <a:buNone/>
              <a:defRPr sz="1157"/>
            </a:lvl2pPr>
            <a:lvl3pPr marL="755957" indent="0">
              <a:buNone/>
              <a:defRPr sz="992"/>
            </a:lvl3pPr>
            <a:lvl4pPr marL="1133936" indent="0">
              <a:buNone/>
              <a:defRPr sz="827"/>
            </a:lvl4pPr>
            <a:lvl5pPr marL="1511915" indent="0">
              <a:buNone/>
              <a:defRPr sz="827"/>
            </a:lvl5pPr>
            <a:lvl6pPr marL="1889893" indent="0">
              <a:buNone/>
              <a:defRPr sz="827"/>
            </a:lvl6pPr>
            <a:lvl7pPr marL="2267872" indent="0">
              <a:buNone/>
              <a:defRPr sz="827"/>
            </a:lvl7pPr>
            <a:lvl8pPr marL="2645851" indent="0">
              <a:buNone/>
              <a:defRPr sz="827"/>
            </a:lvl8pPr>
            <a:lvl9pPr marL="3023829"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D5C49751-C100-EAF8-66E2-1F57E9EE194A}"/>
              </a:ext>
            </a:extLst>
          </p:cNvPr>
          <p:cNvSpPr>
            <a:spLocks noGrp="1"/>
          </p:cNvSpPr>
          <p:nvPr>
            <p:ph type="dt" sz="half" idx="10"/>
          </p:nvPr>
        </p:nvSpPr>
        <p:spPr/>
        <p:txBody>
          <a:bodyPr/>
          <a:lstStyle>
            <a:lvl1pPr>
              <a:defRPr/>
            </a:lvl1pPr>
          </a:lstStyle>
          <a:p>
            <a:pPr>
              <a:defRPr/>
            </a:pPr>
            <a:fld id="{606E7DC4-74DA-4F7D-8B3C-9B18E7FC048B}" type="datetimeFigureOut">
              <a:rPr lang="en-US"/>
              <a:pPr>
                <a:defRPr/>
              </a:pPr>
              <a:t>4/22/2025</a:t>
            </a:fld>
            <a:endParaRPr lang="en-US" dirty="0"/>
          </a:p>
        </p:txBody>
      </p:sp>
      <p:sp>
        <p:nvSpPr>
          <p:cNvPr id="6" name="Footer Placeholder 4">
            <a:extLst>
              <a:ext uri="{FF2B5EF4-FFF2-40B4-BE49-F238E27FC236}">
                <a16:creationId xmlns:a16="http://schemas.microsoft.com/office/drawing/2014/main" id="{B48CCAC7-59AB-4F1D-3762-9829B573E55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C76ADF3-895E-9AA3-0C79-D076F425E08A}"/>
              </a:ext>
            </a:extLst>
          </p:cNvPr>
          <p:cNvSpPr>
            <a:spLocks noGrp="1"/>
          </p:cNvSpPr>
          <p:nvPr>
            <p:ph type="sldNum" sz="quarter" idx="12"/>
          </p:nvPr>
        </p:nvSpPr>
        <p:spPr/>
        <p:txBody>
          <a:bodyPr/>
          <a:lstStyle>
            <a:lvl1pPr>
              <a:defRPr/>
            </a:lvl1pPr>
          </a:lstStyle>
          <a:p>
            <a:pPr>
              <a:defRPr/>
            </a:pPr>
            <a:fld id="{507C03AC-DE80-4DD2-B483-28F981109AC7}" type="slidenum">
              <a:rPr lang="en-US"/>
              <a:pPr>
                <a:defRPr/>
              </a:pPr>
              <a:t>‹#›</a:t>
            </a:fld>
            <a:endParaRPr lang="en-US" dirty="0"/>
          </a:p>
        </p:txBody>
      </p:sp>
    </p:spTree>
    <p:extLst>
      <p:ext uri="{BB962C8B-B14F-4D97-AF65-F5344CB8AC3E}">
        <p14:creationId xmlns:p14="http://schemas.microsoft.com/office/powerpoint/2010/main" val="2376646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6"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5" name="Date Placeholder 3">
            <a:extLst>
              <a:ext uri="{FF2B5EF4-FFF2-40B4-BE49-F238E27FC236}">
                <a16:creationId xmlns:a16="http://schemas.microsoft.com/office/drawing/2014/main" id="{99DBB77C-3D81-CA78-6779-EE8887B4DB50}"/>
              </a:ext>
            </a:extLst>
          </p:cNvPr>
          <p:cNvSpPr>
            <a:spLocks noGrp="1"/>
          </p:cNvSpPr>
          <p:nvPr>
            <p:ph type="dt" sz="half" idx="10"/>
          </p:nvPr>
        </p:nvSpPr>
        <p:spPr/>
        <p:txBody>
          <a:bodyPr/>
          <a:lstStyle>
            <a:lvl1pPr>
              <a:defRPr/>
            </a:lvl1pPr>
          </a:lstStyle>
          <a:p>
            <a:pPr>
              <a:defRPr/>
            </a:pPr>
            <a:fld id="{701330CA-3E7D-46BF-8D75-C91492DDB65F}" type="datetimeFigureOut">
              <a:rPr lang="en-US"/>
              <a:pPr>
                <a:defRPr/>
              </a:pPr>
              <a:t>4/22/2025</a:t>
            </a:fld>
            <a:endParaRPr lang="en-US" dirty="0"/>
          </a:p>
        </p:txBody>
      </p:sp>
      <p:sp>
        <p:nvSpPr>
          <p:cNvPr id="6" name="Footer Placeholder 4">
            <a:extLst>
              <a:ext uri="{FF2B5EF4-FFF2-40B4-BE49-F238E27FC236}">
                <a16:creationId xmlns:a16="http://schemas.microsoft.com/office/drawing/2014/main" id="{B8ED779C-C8C5-9E7E-E8C0-B57046CDB1F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4437AF6-77E8-D205-BE56-40A021C1827C}"/>
              </a:ext>
            </a:extLst>
          </p:cNvPr>
          <p:cNvSpPr>
            <a:spLocks noGrp="1"/>
          </p:cNvSpPr>
          <p:nvPr>
            <p:ph type="sldNum" sz="quarter" idx="12"/>
          </p:nvPr>
        </p:nvSpPr>
        <p:spPr/>
        <p:txBody>
          <a:bodyPr/>
          <a:lstStyle>
            <a:lvl1pPr>
              <a:defRPr/>
            </a:lvl1pPr>
          </a:lstStyle>
          <a:p>
            <a:pPr>
              <a:defRPr/>
            </a:pPr>
            <a:fld id="{54AE7CB3-364A-4322-B136-EF75340FC671}" type="slidenum">
              <a:rPr lang="en-US"/>
              <a:pPr>
                <a:defRPr/>
              </a:pPr>
              <a:t>‹#›</a:t>
            </a:fld>
            <a:endParaRPr lang="en-US" dirty="0"/>
          </a:p>
        </p:txBody>
      </p:sp>
    </p:spTree>
    <p:extLst>
      <p:ext uri="{BB962C8B-B14F-4D97-AF65-F5344CB8AC3E}">
        <p14:creationId xmlns:p14="http://schemas.microsoft.com/office/powerpoint/2010/main" val="1489247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478AD9-045B-DFA8-B497-2A82BA3A2876}"/>
              </a:ext>
            </a:extLst>
          </p:cNvPr>
          <p:cNvSpPr>
            <a:spLocks noGrp="1"/>
          </p:cNvSpPr>
          <p:nvPr>
            <p:ph type="dt" sz="half" idx="10"/>
          </p:nvPr>
        </p:nvSpPr>
        <p:spPr/>
        <p:txBody>
          <a:bodyPr/>
          <a:lstStyle>
            <a:lvl1pPr>
              <a:defRPr/>
            </a:lvl1pPr>
          </a:lstStyle>
          <a:p>
            <a:pPr>
              <a:defRPr/>
            </a:pPr>
            <a:fld id="{F62288B7-D22B-49B4-A7AD-1FCE35414718}" type="datetimeFigureOut">
              <a:rPr lang="en-US"/>
              <a:pPr>
                <a:defRPr/>
              </a:pPr>
              <a:t>4/22/2025</a:t>
            </a:fld>
            <a:endParaRPr lang="en-US" dirty="0"/>
          </a:p>
        </p:txBody>
      </p:sp>
      <p:sp>
        <p:nvSpPr>
          <p:cNvPr id="5" name="Footer Placeholder 4">
            <a:extLst>
              <a:ext uri="{FF2B5EF4-FFF2-40B4-BE49-F238E27FC236}">
                <a16:creationId xmlns:a16="http://schemas.microsoft.com/office/drawing/2014/main" id="{FD62C07C-76F5-26A5-7199-45648F86FF8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B2DA561-50CC-C191-B113-E7B790D7D034}"/>
              </a:ext>
            </a:extLst>
          </p:cNvPr>
          <p:cNvSpPr>
            <a:spLocks noGrp="1"/>
          </p:cNvSpPr>
          <p:nvPr>
            <p:ph type="sldNum" sz="quarter" idx="12"/>
          </p:nvPr>
        </p:nvSpPr>
        <p:spPr/>
        <p:txBody>
          <a:bodyPr/>
          <a:lstStyle>
            <a:lvl1pPr>
              <a:defRPr/>
            </a:lvl1pPr>
          </a:lstStyle>
          <a:p>
            <a:pPr>
              <a:defRPr/>
            </a:pPr>
            <a:fld id="{2F1353B9-6149-4C46-85A0-4D752152353B}" type="slidenum">
              <a:rPr lang="en-US"/>
              <a:pPr>
                <a:defRPr/>
              </a:pPr>
              <a:t>‹#›</a:t>
            </a:fld>
            <a:endParaRPr lang="en-US" dirty="0"/>
          </a:p>
        </p:txBody>
      </p:sp>
    </p:spTree>
    <p:extLst>
      <p:ext uri="{BB962C8B-B14F-4D97-AF65-F5344CB8AC3E}">
        <p14:creationId xmlns:p14="http://schemas.microsoft.com/office/powerpoint/2010/main" val="40781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FC2AFF-49E0-1E5C-6F59-296ED6F67FC4}"/>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B6B8B33E-0CAD-FE49-582C-14D9BC0728D0}"/>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E7F5AA51-2E75-BF98-15E3-19B15E591350}"/>
              </a:ext>
            </a:extLst>
          </p:cNvPr>
          <p:cNvSpPr>
            <a:spLocks noGrp="1"/>
          </p:cNvSpPr>
          <p:nvPr>
            <p:ph type="dt" sz="half" idx="14"/>
          </p:nvPr>
        </p:nvSpPr>
        <p:spPr/>
        <p:txBody>
          <a:bodyPr/>
          <a:lstStyle>
            <a:lvl1pPr>
              <a:defRPr/>
            </a:lvl1pPr>
          </a:lstStyle>
          <a:p>
            <a:pPr>
              <a:defRPr/>
            </a:pPr>
            <a:fld id="{E10D8513-5678-4A7B-94C2-8C4E990E4991}" type="datetimeFigureOut">
              <a:rPr lang="en-US"/>
              <a:pPr>
                <a:defRPr/>
              </a:pPr>
              <a:t>4/22/2025</a:t>
            </a:fld>
            <a:endParaRPr lang="en-US" dirty="0"/>
          </a:p>
        </p:txBody>
      </p:sp>
      <p:sp>
        <p:nvSpPr>
          <p:cNvPr id="7" name="Footer Placeholder 4">
            <a:extLst>
              <a:ext uri="{FF2B5EF4-FFF2-40B4-BE49-F238E27FC236}">
                <a16:creationId xmlns:a16="http://schemas.microsoft.com/office/drawing/2014/main" id="{A176B0BA-42DE-BED5-4010-B50425ADF7FE}"/>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5B1E1243-2FC9-1D0E-9DB9-402CBC358B4B}"/>
              </a:ext>
            </a:extLst>
          </p:cNvPr>
          <p:cNvSpPr>
            <a:spLocks noGrp="1"/>
          </p:cNvSpPr>
          <p:nvPr>
            <p:ph type="sldNum" sz="quarter" idx="16"/>
          </p:nvPr>
        </p:nvSpPr>
        <p:spPr/>
        <p:txBody>
          <a:bodyPr/>
          <a:lstStyle>
            <a:lvl1pPr>
              <a:defRPr/>
            </a:lvl1pPr>
          </a:lstStyle>
          <a:p>
            <a:pPr>
              <a:defRPr/>
            </a:pPr>
            <a:fld id="{C2CCFF5C-8158-491F-83B6-8C7620AA08C8}" type="slidenum">
              <a:rPr lang="en-US"/>
              <a:pPr>
                <a:defRPr/>
              </a:pPr>
              <a:t>‹#›</a:t>
            </a:fld>
            <a:endParaRPr lang="en-US" dirty="0"/>
          </a:p>
        </p:txBody>
      </p:sp>
    </p:spTree>
    <p:extLst>
      <p:ext uri="{BB962C8B-B14F-4D97-AF65-F5344CB8AC3E}">
        <p14:creationId xmlns:p14="http://schemas.microsoft.com/office/powerpoint/2010/main" val="1004630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B26662-541F-072C-1C89-3ECB6E2466AC}"/>
              </a:ext>
            </a:extLst>
          </p:cNvPr>
          <p:cNvSpPr>
            <a:spLocks noGrp="1"/>
          </p:cNvSpPr>
          <p:nvPr>
            <p:ph type="dt" sz="half" idx="10"/>
          </p:nvPr>
        </p:nvSpPr>
        <p:spPr/>
        <p:txBody>
          <a:bodyPr/>
          <a:lstStyle>
            <a:lvl1pPr>
              <a:defRPr/>
            </a:lvl1pPr>
          </a:lstStyle>
          <a:p>
            <a:pPr>
              <a:defRPr/>
            </a:pPr>
            <a:fld id="{5E1F7692-2B46-4A90-BA0D-3C347F3CC2A5}" type="datetimeFigureOut">
              <a:rPr lang="en-US"/>
              <a:pPr>
                <a:defRPr/>
              </a:pPr>
              <a:t>4/22/2025</a:t>
            </a:fld>
            <a:endParaRPr lang="en-US" dirty="0"/>
          </a:p>
        </p:txBody>
      </p:sp>
      <p:sp>
        <p:nvSpPr>
          <p:cNvPr id="5" name="Footer Placeholder 4">
            <a:extLst>
              <a:ext uri="{FF2B5EF4-FFF2-40B4-BE49-F238E27FC236}">
                <a16:creationId xmlns:a16="http://schemas.microsoft.com/office/drawing/2014/main" id="{9E17DDEB-4E9D-C0B4-0C76-04B259C061E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A8143CF-C440-5266-A8CA-7C0715DAE0D4}"/>
              </a:ext>
            </a:extLst>
          </p:cNvPr>
          <p:cNvSpPr>
            <a:spLocks noGrp="1"/>
          </p:cNvSpPr>
          <p:nvPr>
            <p:ph type="sldNum" sz="quarter" idx="12"/>
          </p:nvPr>
        </p:nvSpPr>
        <p:spPr/>
        <p:txBody>
          <a:bodyPr/>
          <a:lstStyle>
            <a:lvl1pPr>
              <a:defRPr/>
            </a:lvl1pPr>
          </a:lstStyle>
          <a:p>
            <a:pPr>
              <a:defRPr/>
            </a:pPr>
            <a:fld id="{578A4777-DA8D-4BF1-9AF9-DADF58FBA701}" type="slidenum">
              <a:rPr lang="en-US"/>
              <a:pPr>
                <a:defRPr/>
              </a:pPr>
              <a:t>‹#›</a:t>
            </a:fld>
            <a:endParaRPr lang="en-US" dirty="0"/>
          </a:p>
        </p:txBody>
      </p:sp>
    </p:spTree>
    <p:extLst>
      <p:ext uri="{BB962C8B-B14F-4D97-AF65-F5344CB8AC3E}">
        <p14:creationId xmlns:p14="http://schemas.microsoft.com/office/powerpoint/2010/main" val="26050187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9B020A4-2FB0-9250-2424-25AA34388C16}"/>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A9CA3C44-7F6C-AA84-F724-FB1368241B4E}"/>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39DE80BA-1512-9123-4371-D797BE9BCD92}"/>
              </a:ext>
            </a:extLst>
          </p:cNvPr>
          <p:cNvSpPr>
            <a:spLocks noGrp="1"/>
          </p:cNvSpPr>
          <p:nvPr>
            <p:ph type="dt" sz="half" idx="14"/>
          </p:nvPr>
        </p:nvSpPr>
        <p:spPr/>
        <p:txBody>
          <a:bodyPr/>
          <a:lstStyle>
            <a:lvl1pPr>
              <a:defRPr/>
            </a:lvl1pPr>
          </a:lstStyle>
          <a:p>
            <a:pPr>
              <a:defRPr/>
            </a:pPr>
            <a:fld id="{27E5E5B3-9673-45CF-A36B-E6AE24179859}" type="datetimeFigureOut">
              <a:rPr lang="en-US"/>
              <a:pPr>
                <a:defRPr/>
              </a:pPr>
              <a:t>4/22/2025</a:t>
            </a:fld>
            <a:endParaRPr lang="en-US" dirty="0"/>
          </a:p>
        </p:txBody>
      </p:sp>
      <p:sp>
        <p:nvSpPr>
          <p:cNvPr id="7" name="Footer Placeholder 4">
            <a:extLst>
              <a:ext uri="{FF2B5EF4-FFF2-40B4-BE49-F238E27FC236}">
                <a16:creationId xmlns:a16="http://schemas.microsoft.com/office/drawing/2014/main" id="{9C6D0322-96D7-7BEA-DC83-EF19CB5014D8}"/>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7529FB3E-4DA7-4CB7-5EBD-9268545E5B56}"/>
              </a:ext>
            </a:extLst>
          </p:cNvPr>
          <p:cNvSpPr>
            <a:spLocks noGrp="1"/>
          </p:cNvSpPr>
          <p:nvPr>
            <p:ph type="sldNum" sz="quarter" idx="16"/>
          </p:nvPr>
        </p:nvSpPr>
        <p:spPr/>
        <p:txBody>
          <a:bodyPr/>
          <a:lstStyle>
            <a:lvl1pPr>
              <a:defRPr/>
            </a:lvl1pPr>
          </a:lstStyle>
          <a:p>
            <a:pPr>
              <a:defRPr/>
            </a:pPr>
            <a:fld id="{6D5470E8-73FD-4EEB-A40B-4B06A0E6A9A2}" type="slidenum">
              <a:rPr lang="en-US"/>
              <a:pPr>
                <a:defRPr/>
              </a:pPr>
              <a:t>‹#›</a:t>
            </a:fld>
            <a:endParaRPr lang="en-US" dirty="0"/>
          </a:p>
        </p:txBody>
      </p:sp>
    </p:spTree>
    <p:extLst>
      <p:ext uri="{BB962C8B-B14F-4D97-AF65-F5344CB8AC3E}">
        <p14:creationId xmlns:p14="http://schemas.microsoft.com/office/powerpoint/2010/main" val="41594714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1ED8D-1CA4-E188-FF33-040CE6599021}"/>
              </a:ext>
            </a:extLst>
          </p:cNvPr>
          <p:cNvSpPr>
            <a:spLocks noGrp="1"/>
          </p:cNvSpPr>
          <p:nvPr>
            <p:ph type="dt" sz="half" idx="14"/>
          </p:nvPr>
        </p:nvSpPr>
        <p:spPr/>
        <p:txBody>
          <a:bodyPr/>
          <a:lstStyle>
            <a:lvl1pPr>
              <a:defRPr/>
            </a:lvl1pPr>
          </a:lstStyle>
          <a:p>
            <a:pPr>
              <a:defRPr/>
            </a:pPr>
            <a:fld id="{9C6C91C3-3A43-4BF8-AE93-DAAB86981AD1}" type="datetimeFigureOut">
              <a:rPr lang="en-US"/>
              <a:pPr>
                <a:defRPr/>
              </a:pPr>
              <a:t>4/22/2025</a:t>
            </a:fld>
            <a:endParaRPr lang="en-US" dirty="0"/>
          </a:p>
        </p:txBody>
      </p:sp>
      <p:sp>
        <p:nvSpPr>
          <p:cNvPr id="5" name="Footer Placeholder 4">
            <a:extLst>
              <a:ext uri="{FF2B5EF4-FFF2-40B4-BE49-F238E27FC236}">
                <a16:creationId xmlns:a16="http://schemas.microsoft.com/office/drawing/2014/main" id="{34C966A8-2D0A-67EC-3D35-3F82D469EBD6}"/>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EDDC6F9-3999-456A-B7F0-C645B067154C}"/>
              </a:ext>
            </a:extLst>
          </p:cNvPr>
          <p:cNvSpPr>
            <a:spLocks noGrp="1"/>
          </p:cNvSpPr>
          <p:nvPr>
            <p:ph type="sldNum" sz="quarter" idx="16"/>
          </p:nvPr>
        </p:nvSpPr>
        <p:spPr/>
        <p:txBody>
          <a:bodyPr/>
          <a:lstStyle>
            <a:lvl1pPr>
              <a:defRPr/>
            </a:lvl1pPr>
          </a:lstStyle>
          <a:p>
            <a:pPr>
              <a:defRPr/>
            </a:pPr>
            <a:fld id="{C76A466D-CF09-4556-93A7-7D2B4E836437}" type="slidenum">
              <a:rPr lang="en-US"/>
              <a:pPr>
                <a:defRPr/>
              </a:pPr>
              <a:t>‹#›</a:t>
            </a:fld>
            <a:endParaRPr lang="en-US" dirty="0"/>
          </a:p>
        </p:txBody>
      </p:sp>
    </p:spTree>
    <p:extLst>
      <p:ext uri="{BB962C8B-B14F-4D97-AF65-F5344CB8AC3E}">
        <p14:creationId xmlns:p14="http://schemas.microsoft.com/office/powerpoint/2010/main" val="15903115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7ABA182-F8A7-4AB6-FAA3-A9FB7DA4FC33}"/>
              </a:ext>
            </a:extLst>
          </p:cNvPr>
          <p:cNvSpPr>
            <a:spLocks noGrp="1"/>
          </p:cNvSpPr>
          <p:nvPr>
            <p:ph type="dt" sz="half" idx="10"/>
          </p:nvPr>
        </p:nvSpPr>
        <p:spPr/>
        <p:txBody>
          <a:bodyPr/>
          <a:lstStyle>
            <a:lvl1pPr>
              <a:defRPr/>
            </a:lvl1pPr>
          </a:lstStyle>
          <a:p>
            <a:pPr>
              <a:defRPr/>
            </a:pPr>
            <a:fld id="{5E7D8457-E0C6-4844-8B98-97D6884D0981}" type="datetimeFigureOut">
              <a:rPr lang="en-US"/>
              <a:pPr>
                <a:defRPr/>
              </a:pPr>
              <a:t>4/22/2025</a:t>
            </a:fld>
            <a:endParaRPr lang="en-US" dirty="0"/>
          </a:p>
        </p:txBody>
      </p:sp>
      <p:sp>
        <p:nvSpPr>
          <p:cNvPr id="5" name="Footer Placeholder 4">
            <a:extLst>
              <a:ext uri="{FF2B5EF4-FFF2-40B4-BE49-F238E27FC236}">
                <a16:creationId xmlns:a16="http://schemas.microsoft.com/office/drawing/2014/main" id="{D9F4F9A2-C396-A044-AB08-4C92927920B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20DC27C-02E9-3119-2E5F-1F4BC7B7BE22}"/>
              </a:ext>
            </a:extLst>
          </p:cNvPr>
          <p:cNvSpPr>
            <a:spLocks noGrp="1"/>
          </p:cNvSpPr>
          <p:nvPr>
            <p:ph type="sldNum" sz="quarter" idx="12"/>
          </p:nvPr>
        </p:nvSpPr>
        <p:spPr/>
        <p:txBody>
          <a:bodyPr/>
          <a:lstStyle>
            <a:lvl1pPr>
              <a:defRPr/>
            </a:lvl1pPr>
          </a:lstStyle>
          <a:p>
            <a:pPr>
              <a:defRPr/>
            </a:pPr>
            <a:fld id="{7DD95C5E-4D50-4314-8655-96D4BB62C0D0}" type="slidenum">
              <a:rPr lang="en-US"/>
              <a:pPr>
                <a:defRPr/>
              </a:pPr>
              <a:t>‹#›</a:t>
            </a:fld>
            <a:endParaRPr lang="en-US" dirty="0"/>
          </a:p>
        </p:txBody>
      </p:sp>
    </p:spTree>
    <p:extLst>
      <p:ext uri="{BB962C8B-B14F-4D97-AF65-F5344CB8AC3E}">
        <p14:creationId xmlns:p14="http://schemas.microsoft.com/office/powerpoint/2010/main" val="32423422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0039D7E-6F3A-272A-3E0E-1A7BED261BD0}"/>
              </a:ext>
            </a:extLst>
          </p:cNvPr>
          <p:cNvSpPr>
            <a:spLocks noGrp="1"/>
          </p:cNvSpPr>
          <p:nvPr>
            <p:ph type="dt" sz="half" idx="10"/>
          </p:nvPr>
        </p:nvSpPr>
        <p:spPr/>
        <p:txBody>
          <a:bodyPr/>
          <a:lstStyle>
            <a:lvl1pPr>
              <a:defRPr/>
            </a:lvl1pPr>
          </a:lstStyle>
          <a:p>
            <a:pPr>
              <a:defRPr/>
            </a:pPr>
            <a:fld id="{6D06E34B-4653-49AE-9976-3245E90B9E56}" type="datetimeFigureOut">
              <a:rPr lang="en-US"/>
              <a:pPr>
                <a:defRPr/>
              </a:pPr>
              <a:t>4/22/2025</a:t>
            </a:fld>
            <a:endParaRPr lang="en-US" dirty="0"/>
          </a:p>
        </p:txBody>
      </p:sp>
      <p:sp>
        <p:nvSpPr>
          <p:cNvPr id="5" name="Footer Placeholder 4">
            <a:extLst>
              <a:ext uri="{FF2B5EF4-FFF2-40B4-BE49-F238E27FC236}">
                <a16:creationId xmlns:a16="http://schemas.microsoft.com/office/drawing/2014/main" id="{19121642-7730-8597-DC00-436819ED081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27CD7E3-554F-ED08-20C8-9AD136DA97EC}"/>
              </a:ext>
            </a:extLst>
          </p:cNvPr>
          <p:cNvSpPr>
            <a:spLocks noGrp="1"/>
          </p:cNvSpPr>
          <p:nvPr>
            <p:ph type="sldNum" sz="quarter" idx="12"/>
          </p:nvPr>
        </p:nvSpPr>
        <p:spPr/>
        <p:txBody>
          <a:bodyPr/>
          <a:lstStyle>
            <a:lvl1pPr>
              <a:defRPr/>
            </a:lvl1pPr>
          </a:lstStyle>
          <a:p>
            <a:pPr>
              <a:defRPr/>
            </a:pPr>
            <a:fld id="{5BAF1D4D-D3DB-4225-A063-63E78F16F212}" type="slidenum">
              <a:rPr lang="en-US"/>
              <a:pPr>
                <a:defRPr/>
              </a:pPr>
              <a:t>‹#›</a:t>
            </a:fld>
            <a:endParaRPr lang="en-US" dirty="0"/>
          </a:p>
        </p:txBody>
      </p:sp>
    </p:spTree>
    <p:extLst>
      <p:ext uri="{BB962C8B-B14F-4D97-AF65-F5344CB8AC3E}">
        <p14:creationId xmlns:p14="http://schemas.microsoft.com/office/powerpoint/2010/main" val="3424237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a:extLst>
              <a:ext uri="{FF2B5EF4-FFF2-40B4-BE49-F238E27FC236}">
                <a16:creationId xmlns:a16="http://schemas.microsoft.com/office/drawing/2014/main" id="{7EF4C0FD-3C98-EFE6-16BD-47D1414A31A3}"/>
              </a:ext>
            </a:extLst>
          </p:cNvPr>
          <p:cNvGrpSpPr>
            <a:grpSpLocks/>
          </p:cNvGrpSpPr>
          <p:nvPr/>
        </p:nvGrpSpPr>
        <p:grpSpPr bwMode="auto">
          <a:xfrm>
            <a:off x="-9525" y="-9525"/>
            <a:ext cx="10110788" cy="7578725"/>
            <a:chOff x="-8467" y="-8468"/>
            <a:chExt cx="9171317" cy="6874935"/>
          </a:xfrm>
        </p:grpSpPr>
        <p:sp>
          <p:nvSpPr>
            <p:cNvPr id="7" name="Freeform 6">
              <a:extLst>
                <a:ext uri="{FF2B5EF4-FFF2-40B4-BE49-F238E27FC236}">
                  <a16:creationId xmlns:a16="http://schemas.microsoft.com/office/drawing/2014/main" id="{4B02632B-B0D8-FE21-83EA-4F90A81C065A}"/>
                </a:ext>
              </a:extLst>
            </p:cNvPr>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a:extLst>
                <a:ext uri="{FF2B5EF4-FFF2-40B4-BE49-F238E27FC236}">
                  <a16:creationId xmlns:a16="http://schemas.microsoft.com/office/drawing/2014/main" id="{38D11040-0A8C-8531-8926-18DD192D04EA}"/>
                </a:ext>
              </a:extLst>
            </p:cNvPr>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02ABA57-6187-AD1C-DB0A-EC64A6BD8E5A}"/>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CF7A10DC-B43B-0CD8-00A2-76CD03EFA531}"/>
                </a:ext>
              </a:extLst>
            </p:cNvPr>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a:extLst>
                <a:ext uri="{FF2B5EF4-FFF2-40B4-BE49-F238E27FC236}">
                  <a16:creationId xmlns:a16="http://schemas.microsoft.com/office/drawing/2014/main" id="{F9946E62-BA24-5F44-C614-9FCDB1E06FA3}"/>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a:extLst>
                <a:ext uri="{FF2B5EF4-FFF2-40B4-BE49-F238E27FC236}">
                  <a16:creationId xmlns:a16="http://schemas.microsoft.com/office/drawing/2014/main" id="{3EDEFDF6-5A02-0B7D-1A9F-31E400A85BCE}"/>
                </a:ext>
              </a:extLst>
            </p:cNvPr>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a:extLst>
                <a:ext uri="{FF2B5EF4-FFF2-40B4-BE49-F238E27FC236}">
                  <a16:creationId xmlns:a16="http://schemas.microsoft.com/office/drawing/2014/main" id="{697E2BAF-5E3D-CA43-F73C-31F404CE5FA5}"/>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a:extLst>
                <a:ext uri="{FF2B5EF4-FFF2-40B4-BE49-F238E27FC236}">
                  <a16:creationId xmlns:a16="http://schemas.microsoft.com/office/drawing/2014/main" id="{3323DA14-4E9B-81F4-EFE9-30E596600E9F}"/>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a:extLst>
                <a:ext uri="{FF2B5EF4-FFF2-40B4-BE49-F238E27FC236}">
                  <a16:creationId xmlns:a16="http://schemas.microsoft.com/office/drawing/2014/main" id="{7FEB6D29-14F1-6648-04E3-28DB83A47C23}"/>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a:extLst>
                <a:ext uri="{FF2B5EF4-FFF2-40B4-BE49-F238E27FC236}">
                  <a16:creationId xmlns:a16="http://schemas.microsoft.com/office/drawing/2014/main" id="{F040FAA3-FEE0-211F-5644-0E96F27AE823}"/>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a:extLst>
              <a:ext uri="{FF2B5EF4-FFF2-40B4-BE49-F238E27FC236}">
                <a16:creationId xmlns:a16="http://schemas.microsoft.com/office/drawing/2014/main" id="{F705F4CE-9E21-B991-7EEC-CE0E6111898A}"/>
              </a:ext>
            </a:extLst>
          </p:cNvPr>
          <p:cNvSpPr>
            <a:spLocks noGrp="1" noChangeArrowheads="1"/>
          </p:cNvSpPr>
          <p:nvPr>
            <p:ph type="title"/>
          </p:nvPr>
        </p:nvSpPr>
        <p:spPr bwMode="auto">
          <a:xfrm>
            <a:off x="671513" y="671513"/>
            <a:ext cx="6997700"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CCCBF9F8-1959-8395-DA8F-523E6BDAE0FE}"/>
              </a:ext>
            </a:extLst>
          </p:cNvPr>
          <p:cNvSpPr>
            <a:spLocks noGrp="1" noChangeArrowheads="1"/>
          </p:cNvSpPr>
          <p:nvPr>
            <p:ph type="body" idx="1"/>
          </p:nvPr>
        </p:nvSpPr>
        <p:spPr bwMode="auto">
          <a:xfrm>
            <a:off x="671513" y="2381250"/>
            <a:ext cx="69977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4B7EEB96-28FD-7D94-4700-D1AD0ADC463C}"/>
              </a:ext>
            </a:extLst>
          </p:cNvPr>
          <p:cNvSpPr>
            <a:spLocks noGrp="1"/>
          </p:cNvSpPr>
          <p:nvPr>
            <p:ph type="dt" sz="half" idx="2"/>
          </p:nvPr>
        </p:nvSpPr>
        <p:spPr>
          <a:xfrm>
            <a:off x="5959475" y="6659563"/>
            <a:ext cx="754063"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tx1">
                    <a:tint val="75000"/>
                  </a:schemeClr>
                </a:solidFill>
                <a:latin typeface="+mn-lt"/>
              </a:defRPr>
            </a:lvl1pPr>
          </a:lstStyle>
          <a:p>
            <a:pPr>
              <a:defRPr/>
            </a:pPr>
            <a:fld id="{8F5DC3B7-2DF7-4E31-9D66-C8F620F7A768}" type="datetimeFigureOut">
              <a:rPr lang="en-US"/>
              <a:pPr>
                <a:defRPr/>
              </a:pPr>
              <a:t>4/22/2025</a:t>
            </a:fld>
            <a:endParaRPr lang="en-US" dirty="0"/>
          </a:p>
        </p:txBody>
      </p:sp>
      <p:sp>
        <p:nvSpPr>
          <p:cNvPr id="5" name="Footer Placeholder 4">
            <a:extLst>
              <a:ext uri="{FF2B5EF4-FFF2-40B4-BE49-F238E27FC236}">
                <a16:creationId xmlns:a16="http://schemas.microsoft.com/office/drawing/2014/main" id="{4D762F86-140F-62F2-E372-0C624E38AF72}"/>
              </a:ext>
            </a:extLst>
          </p:cNvPr>
          <p:cNvSpPr>
            <a:spLocks noGrp="1"/>
          </p:cNvSpPr>
          <p:nvPr>
            <p:ph type="ftr" sz="quarter" idx="3"/>
          </p:nvPr>
        </p:nvSpPr>
        <p:spPr>
          <a:xfrm>
            <a:off x="671513" y="6659563"/>
            <a:ext cx="5097462" cy="401637"/>
          </a:xfrm>
          <a:prstGeom prst="rect">
            <a:avLst/>
          </a:prstGeom>
        </p:spPr>
        <p:txBody>
          <a:bodyPr vert="horz" lIns="91440" tIns="45720" rIns="91440" bIns="45720" rtlCol="0" anchor="ctr"/>
          <a:lstStyle>
            <a:lvl1pPr algn="l" eaLnBrk="1" fontAlgn="auto" hangingPunct="1">
              <a:spcBef>
                <a:spcPts val="0"/>
              </a:spcBef>
              <a:spcAft>
                <a:spcPts val="0"/>
              </a:spcAft>
              <a:defRPr sz="992">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A3D7100D-B515-6A44-D577-D436ABB3D663}"/>
              </a:ext>
            </a:extLst>
          </p:cNvPr>
          <p:cNvSpPr>
            <a:spLocks noGrp="1"/>
          </p:cNvSpPr>
          <p:nvPr>
            <p:ph type="sldNum" sz="quarter" idx="4"/>
          </p:nvPr>
        </p:nvSpPr>
        <p:spPr>
          <a:xfrm>
            <a:off x="7104063" y="6659563"/>
            <a:ext cx="565150"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accent1"/>
                </a:solidFill>
                <a:latin typeface="+mn-lt"/>
              </a:defRPr>
            </a:lvl1pPr>
          </a:lstStyle>
          <a:p>
            <a:pPr>
              <a:defRPr/>
            </a:pPr>
            <a:fld id="{803F7A0E-BD08-4952-9CFF-2472424F3BF5}"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15"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6" r:id="rId11"/>
    <p:sldLayoutId id="2147483811" r:id="rId12"/>
    <p:sldLayoutId id="2147483817" r:id="rId13"/>
    <p:sldLayoutId id="2147483812" r:id="rId14"/>
    <p:sldLayoutId id="2147483813" r:id="rId15"/>
    <p:sldLayoutId id="2147483814" r:id="rId16"/>
  </p:sldLayoutIdLst>
  <p:txStyles>
    <p:titleStyle>
      <a:lvl1pPr algn="l" defTabSz="503238" rtl="0" eaLnBrk="0" fontAlgn="base" hangingPunct="0">
        <a:spcBef>
          <a:spcPct val="0"/>
        </a:spcBef>
        <a:spcAft>
          <a:spcPct val="0"/>
        </a:spcAft>
        <a:defRPr sz="3900" kern="1200">
          <a:solidFill>
            <a:schemeClr val="accent1"/>
          </a:solidFill>
          <a:latin typeface="+mj-lt"/>
          <a:ea typeface="+mj-ea"/>
          <a:cs typeface="+mj-cs"/>
        </a:defRPr>
      </a:lvl1pPr>
      <a:lvl2pPr algn="l" defTabSz="503238"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238"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238"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238"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mn-lt"/>
          <a:ea typeface="+mn-ea"/>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700" kern="1200">
          <a:solidFill>
            <a:srgbClr val="404040"/>
          </a:solidFill>
          <a:latin typeface="+mn-lt"/>
          <a:ea typeface="+mn-ea"/>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500" kern="1200">
          <a:solidFill>
            <a:srgbClr val="404040"/>
          </a:solidFill>
          <a:latin typeface="+mn-lt"/>
          <a:ea typeface="+mn-ea"/>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EF222CE5-E0A0-9319-4E72-AB4DD7550E85}"/>
              </a:ext>
            </a:extLst>
          </p:cNvPr>
          <p:cNvSpPr>
            <a:spLocks noChangeArrowheads="1"/>
          </p:cNvSpPr>
          <p:nvPr/>
        </p:nvSpPr>
        <p:spPr bwMode="auto">
          <a:xfrm>
            <a:off x="503238" y="1907629"/>
            <a:ext cx="9070975" cy="5328195"/>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eaLnBrk="1" fontAlgn="auto" hangingPunct="1">
              <a:spcBef>
                <a:spcPts val="0"/>
              </a:spcBef>
              <a:spcAft>
                <a:spcPts val="0"/>
              </a:spcAft>
              <a:defRPr/>
            </a:pPr>
            <a:r>
              <a:rPr lang="en-US"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Job Recommendation and Resume Parsing with NLP and Chatbot</a:t>
            </a: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IN" altLang="en-US" sz="36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IN" altLang="en-US" sz="32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IN" altLang="en-US" sz="3200" b="1" dirty="0"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Shuban</a:t>
            </a:r>
            <a:r>
              <a:rPr lang="en-IN" altLang="en-US" sz="32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altLang="en-US" sz="3200" b="1" dirty="0"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Devanpelli</a:t>
            </a:r>
            <a:r>
              <a:rPr lang="en-IN" altLang="en-US" sz="32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(22107023) </a:t>
            </a:r>
          </a:p>
          <a:p>
            <a:pPr algn="ctr" eaLnBrk="1" fontAlgn="auto" hangingPunct="1">
              <a:spcBef>
                <a:spcPts val="0"/>
              </a:spcBef>
              <a:spcAft>
                <a:spcPts val="0"/>
              </a:spcAft>
              <a:defRPr/>
            </a:pPr>
            <a:r>
              <a:rPr lang="en-IN" altLang="en-US" sz="32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Rishi </a:t>
            </a:r>
            <a:r>
              <a:rPr lang="en-IN" altLang="en-US" sz="3200" b="1" dirty="0"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Bije</a:t>
            </a:r>
            <a:r>
              <a:rPr lang="en-IN" altLang="en-US" sz="32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(22107002)</a:t>
            </a:r>
          </a:p>
          <a:p>
            <a:pPr algn="ctr" eaLnBrk="1" fontAlgn="auto" hangingPunct="1">
              <a:spcBef>
                <a:spcPts val="0"/>
              </a:spcBef>
              <a:spcAft>
                <a:spcPts val="0"/>
              </a:spcAft>
              <a:defRPr/>
            </a:pPr>
            <a:r>
              <a:rPr lang="en-IN" altLang="en-US" sz="32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Yash </a:t>
            </a:r>
            <a:r>
              <a:rPr lang="en-IN" altLang="en-US" sz="3200" b="1" dirty="0"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Kamble</a:t>
            </a:r>
            <a:r>
              <a:rPr lang="en-IN" altLang="en-US" sz="32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(22107055)</a:t>
            </a:r>
          </a:p>
          <a:p>
            <a:pPr algn="ctr" eaLnBrk="1" fontAlgn="auto" hangingPunct="1">
              <a:spcBef>
                <a:spcPts val="0"/>
              </a:spcBef>
              <a:spcAft>
                <a:spcPts val="0"/>
              </a:spcAft>
              <a:defRPr/>
            </a:pPr>
            <a:r>
              <a:rPr lang="en-IN" altLang="en-US" sz="32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Dhanraj Bacche(22107056)</a:t>
            </a:r>
          </a:p>
          <a:p>
            <a:pPr algn="ctr" eaLnBrk="1" fontAlgn="auto" hangingPunct="1">
              <a:spcBef>
                <a:spcPts val="0"/>
              </a:spcBef>
              <a:spcAft>
                <a:spcPts val="0"/>
              </a:spcAft>
              <a:defRPr/>
            </a:pPr>
            <a:endParaRPr lang="en-IN" altLang="en-US" sz="32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IN" altLang="en-US" sz="28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Guide</a:t>
            </a:r>
          </a:p>
          <a:p>
            <a:pPr algn="ctr" eaLnBrk="1" fontAlgn="auto" hangingPunct="1">
              <a:spcBef>
                <a:spcPts val="0"/>
              </a:spcBef>
              <a:spcAft>
                <a:spcPts val="0"/>
              </a:spcAft>
              <a:defRPr/>
            </a:pPr>
            <a:r>
              <a:rPr lang="en-IN" altLang="en-US" sz="2400" b="1" dirty="0"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Ms.Sarala</a:t>
            </a:r>
            <a:r>
              <a:rPr lang="en-I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Mary</a:t>
            </a:r>
          </a:p>
        </p:txBody>
      </p:sp>
      <p:cxnSp>
        <p:nvCxnSpPr>
          <p:cNvPr id="3" name="Straight Connector 2">
            <a:extLst>
              <a:ext uri="{FF2B5EF4-FFF2-40B4-BE49-F238E27FC236}">
                <a16:creationId xmlns:a16="http://schemas.microsoft.com/office/drawing/2014/main" id="{B2F5C513-BD71-61A9-AFAE-FEB49F48F510}"/>
              </a:ext>
            </a:extLst>
          </p:cNvPr>
          <p:cNvCxnSpPr/>
          <p:nvPr/>
        </p:nvCxnSpPr>
        <p:spPr>
          <a:xfrm>
            <a:off x="0" y="1743075"/>
            <a:ext cx="10080625"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8196" name="Picture 3">
            <a:extLst>
              <a:ext uri="{FF2B5EF4-FFF2-40B4-BE49-F238E27FC236}">
                <a16:creationId xmlns:a16="http://schemas.microsoft.com/office/drawing/2014/main" id="{B3624BFB-14BD-A54F-E88B-305C5F30D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0" y="146050"/>
            <a:ext cx="7686675"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a:extLst>
              <a:ext uri="{FF2B5EF4-FFF2-40B4-BE49-F238E27FC236}">
                <a16:creationId xmlns:a16="http://schemas.microsoft.com/office/drawing/2014/main" id="{CA60E098-8796-31F7-8140-75A9B48A2D9D}"/>
              </a:ext>
            </a:extLst>
          </p:cNvPr>
          <p:cNvSpPr>
            <a:spLocks noChangeArrowheads="1"/>
          </p:cNvSpPr>
          <p:nvPr/>
        </p:nvSpPr>
        <p:spPr bwMode="auto">
          <a:xfrm>
            <a:off x="504825" y="144463"/>
            <a:ext cx="9070975"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168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3600" b="1">
                <a:solidFill>
                  <a:srgbClr val="000000"/>
                </a:solidFill>
                <a:latin typeface="Times New Roman" panose="02020603050405020304" pitchFamily="18" charset="0"/>
                <a:cs typeface="DejaVu Sans" charset="0"/>
              </a:rPr>
              <a:t>Outline</a:t>
            </a:r>
          </a:p>
        </p:txBody>
      </p:sp>
      <p:sp>
        <p:nvSpPr>
          <p:cNvPr id="10243" name="Rectangle 2">
            <a:extLst>
              <a:ext uri="{FF2B5EF4-FFF2-40B4-BE49-F238E27FC236}">
                <a16:creationId xmlns:a16="http://schemas.microsoft.com/office/drawing/2014/main" id="{B954A699-8BC6-0322-DAD9-B45E084761B6}"/>
              </a:ext>
            </a:extLst>
          </p:cNvPr>
          <p:cNvSpPr>
            <a:spLocks noChangeArrowheads="1"/>
          </p:cNvSpPr>
          <p:nvPr/>
        </p:nvSpPr>
        <p:spPr bwMode="auto">
          <a:xfrm>
            <a:off x="504825" y="1236663"/>
            <a:ext cx="9323388" cy="557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1240" rIns="0" bIns="0"/>
          <a:lstStyle>
            <a:lvl1pPr marL="430213" indent="-322263">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just">
              <a:lnSpc>
                <a:spcPct val="150000"/>
              </a:lnSpc>
              <a:buFont typeface="Wingdings" panose="05000000000000000000" pitchFamily="2" charset="2"/>
              <a:buChar char="§"/>
            </a:pPr>
            <a:r>
              <a:rPr lang="en-IN" altLang="en-US" sz="2400" dirty="0"/>
              <a:t>Introduction</a:t>
            </a:r>
          </a:p>
          <a:p>
            <a:pPr algn="just">
              <a:lnSpc>
                <a:spcPct val="150000"/>
              </a:lnSpc>
              <a:buFont typeface="Wingdings" panose="05000000000000000000" pitchFamily="2" charset="2"/>
              <a:buChar char="§"/>
            </a:pPr>
            <a:r>
              <a:rPr lang="en-IN" altLang="en-US" sz="2400" dirty="0"/>
              <a:t>Literature Survey of the existing systems</a:t>
            </a:r>
          </a:p>
          <a:p>
            <a:pPr algn="just">
              <a:lnSpc>
                <a:spcPct val="150000"/>
              </a:lnSpc>
              <a:buFont typeface="Wingdings" panose="05000000000000000000" pitchFamily="2" charset="2"/>
              <a:buChar char="§"/>
            </a:pPr>
            <a:r>
              <a:rPr lang="en-IN" altLang="en-US" sz="2400" dirty="0"/>
              <a:t>Limitations of the existing systems</a:t>
            </a:r>
          </a:p>
          <a:p>
            <a:pPr algn="just">
              <a:lnSpc>
                <a:spcPct val="150000"/>
              </a:lnSpc>
              <a:buFont typeface="Wingdings" panose="05000000000000000000" pitchFamily="2" charset="2"/>
              <a:buChar char="§"/>
            </a:pPr>
            <a:r>
              <a:rPr lang="en-IN" altLang="en-US" sz="2400" dirty="0"/>
              <a:t>Problem statement </a:t>
            </a:r>
          </a:p>
          <a:p>
            <a:pPr algn="just">
              <a:lnSpc>
                <a:spcPct val="150000"/>
              </a:lnSpc>
              <a:buFont typeface="Wingdings" panose="05000000000000000000" pitchFamily="2" charset="2"/>
              <a:buChar char="§"/>
            </a:pPr>
            <a:r>
              <a:rPr lang="en-US" altLang="en-US" sz="2400" dirty="0"/>
              <a:t>System Design</a:t>
            </a:r>
          </a:p>
          <a:p>
            <a:pPr algn="just">
              <a:lnSpc>
                <a:spcPct val="150000"/>
              </a:lnSpc>
              <a:buFont typeface="Wingdings" panose="05000000000000000000" pitchFamily="2" charset="2"/>
              <a:buChar char="§"/>
            </a:pPr>
            <a:r>
              <a:rPr lang="en-US" altLang="en-US" sz="2400" dirty="0"/>
              <a:t>Technologies and methodologies</a:t>
            </a:r>
          </a:p>
          <a:p>
            <a:pPr algn="just">
              <a:lnSpc>
                <a:spcPct val="150000"/>
              </a:lnSpc>
              <a:buFont typeface="Wingdings" panose="05000000000000000000" pitchFamily="2" charset="2"/>
              <a:buChar char="§"/>
            </a:pPr>
            <a:r>
              <a:rPr lang="en-US" altLang="en-US" sz="2400" dirty="0"/>
              <a:t>Implementation</a:t>
            </a:r>
          </a:p>
          <a:p>
            <a:pPr algn="just">
              <a:lnSpc>
                <a:spcPct val="150000"/>
              </a:lnSpc>
              <a:buFont typeface="Wingdings" panose="05000000000000000000" pitchFamily="2" charset="2"/>
              <a:buChar char="§"/>
            </a:pPr>
            <a:r>
              <a:rPr lang="en-US" altLang="en-US" sz="2400" dirty="0"/>
              <a:t>Conclusion </a:t>
            </a:r>
          </a:p>
          <a:p>
            <a:pPr algn="just">
              <a:lnSpc>
                <a:spcPct val="150000"/>
              </a:lnSpc>
              <a:buFont typeface="Wingdings" panose="05000000000000000000" pitchFamily="2" charset="2"/>
              <a:buChar char="§"/>
            </a:pPr>
            <a:r>
              <a:rPr lang="en-IN" altLang="en-US" sz="2400" dirty="0"/>
              <a:t>References</a:t>
            </a:r>
            <a:endParaRPr lang="en-IN" altLang="en-US" sz="2400" dirty="0">
              <a:solidFill>
                <a:srgbClr val="000000"/>
              </a:solidFill>
              <a:latin typeface="Times New Roman" panose="02020603050405020304" pitchFamily="18" charset="0"/>
              <a:cs typeface="DejaVu Sans"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A5A3D345-208B-8068-A754-A6DA0D0D7F31}"/>
              </a:ext>
            </a:extLst>
          </p:cNvPr>
          <p:cNvSpPr>
            <a:spLocks noChangeArrowheads="1"/>
          </p:cNvSpPr>
          <p:nvPr/>
        </p:nvSpPr>
        <p:spPr bwMode="auto">
          <a:xfrm>
            <a:off x="412750" y="323453"/>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Introduction</a:t>
            </a:r>
          </a:p>
        </p:txBody>
      </p:sp>
      <p:sp>
        <p:nvSpPr>
          <p:cNvPr id="2" name="Content Placeholder 2">
            <a:extLst>
              <a:ext uri="{FF2B5EF4-FFF2-40B4-BE49-F238E27FC236}">
                <a16:creationId xmlns:a16="http://schemas.microsoft.com/office/drawing/2014/main" id="{583DFE21-8823-D262-8456-C59FC8C8B547}"/>
              </a:ext>
            </a:extLst>
          </p:cNvPr>
          <p:cNvSpPr txBox="1">
            <a:spLocks/>
          </p:cNvSpPr>
          <p:nvPr/>
        </p:nvSpPr>
        <p:spPr bwMode="auto">
          <a:xfrm>
            <a:off x="412750" y="1763614"/>
            <a:ext cx="9251950" cy="4320480"/>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400">
              <a:lnSpc>
                <a:spcPct val="150000"/>
              </a:lnSpc>
              <a:defRPr/>
            </a:pPr>
            <a:r>
              <a:rPr lang="en-US" altLang="en-US" sz="1700" dirty="0">
                <a:latin typeface="Times New Roman" panose="02020603050405020304" pitchFamily="18" charset="0"/>
                <a:cs typeface="Times New Roman" panose="02020603050405020304" pitchFamily="18" charset="0"/>
              </a:rPr>
              <a:t>This system helps users find the most suitable job opportunities based on their background and expertise. </a:t>
            </a:r>
          </a:p>
          <a:p>
            <a:pPr defTabSz="914400">
              <a:lnSpc>
                <a:spcPct val="150000"/>
              </a:lnSpc>
              <a:defRPr/>
            </a:pPr>
            <a:r>
              <a:rPr lang="en-US" altLang="en-US" sz="1700" dirty="0">
                <a:latin typeface="Times New Roman" panose="02020603050405020304" pitchFamily="18" charset="0"/>
                <a:cs typeface="Times New Roman" panose="02020603050405020304" pitchFamily="18" charset="0"/>
              </a:rPr>
              <a:t>It provides valuable insights into career options and industry trends. </a:t>
            </a:r>
          </a:p>
          <a:p>
            <a:pPr defTabSz="914400">
              <a:lnSpc>
                <a:spcPct val="150000"/>
              </a:lnSpc>
              <a:defRPr/>
            </a:pPr>
            <a:r>
              <a:rPr lang="en-US" altLang="en-US" sz="1700" dirty="0">
                <a:latin typeface="Times New Roman" panose="02020603050405020304" pitchFamily="18" charset="0"/>
                <a:cs typeface="Times New Roman" panose="02020603050405020304" pitchFamily="18" charset="0"/>
              </a:rPr>
              <a:t>The platform enhances user experience by making the job search process more efficient and interactive.</a:t>
            </a:r>
            <a:endParaRPr lang="en-US" altLang="en-US" sz="1700" b="1" dirty="0">
              <a:solidFill>
                <a:sysClr val="windowText" lastClr="000000"/>
              </a:solidFill>
              <a:latin typeface="Times New Roman" panose="02020603050405020304" pitchFamily="18" charset="0"/>
              <a:cs typeface="Times New Roman" panose="02020603050405020304" pitchFamily="18" charset="0"/>
            </a:endParaRPr>
          </a:p>
          <a:p>
            <a:pPr marL="0" indent="0" defTabSz="914400">
              <a:lnSpc>
                <a:spcPct val="150000"/>
              </a:lnSpc>
              <a:buNone/>
              <a:defRPr/>
            </a:pPr>
            <a:r>
              <a:rPr lang="en-US" altLang="en-US" sz="2000" b="1" dirty="0">
                <a:solidFill>
                  <a:sysClr val="windowText" lastClr="000000"/>
                </a:solidFill>
                <a:latin typeface="Times New Roman" panose="02020603050405020304" pitchFamily="18" charset="0"/>
                <a:cs typeface="Times New Roman" panose="02020603050405020304" pitchFamily="18" charset="0"/>
              </a:rPr>
              <a:t>Motivation: </a:t>
            </a:r>
          </a:p>
          <a:p>
            <a:pPr marL="0" indent="0" defTabSz="914400">
              <a:lnSpc>
                <a:spcPct val="150000"/>
              </a:lnSpc>
              <a:buNone/>
              <a:defRPr/>
            </a:pPr>
            <a:r>
              <a:rPr lang="en-US" altLang="en-US" sz="1700" dirty="0">
                <a:latin typeface="Times New Roman" panose="02020603050405020304" pitchFamily="18" charset="0"/>
                <a:cs typeface="Times New Roman" panose="02020603050405020304" pitchFamily="18" charset="0"/>
              </a:rPr>
              <a:t>Observing that people should improve job matching accuracy based on skills ,we were inspired to create a unified solution for users.</a:t>
            </a:r>
            <a:endParaRPr lang="en-US" altLang="en-US" sz="1700" dirty="0">
              <a:solidFill>
                <a:sysClr val="windowText" lastClr="000000"/>
              </a:solidFill>
              <a:latin typeface="Times New Roman" panose="02020603050405020304" pitchFamily="18" charset="0"/>
              <a:cs typeface="Times New Roman" panose="02020603050405020304" pitchFamily="18" charset="0"/>
            </a:endParaRPr>
          </a:p>
          <a:p>
            <a:pPr marL="0" indent="0" defTabSz="914400">
              <a:lnSpc>
                <a:spcPct val="150000"/>
              </a:lnSpc>
              <a:buNone/>
              <a:defRPr/>
            </a:pPr>
            <a:endParaRPr lang="en-US" altLang="en-US" sz="1700" dirty="0">
              <a:solidFill>
                <a:sysClr val="windowText" lastClr="000000"/>
              </a:solidFill>
              <a:latin typeface="Times New Roman" panose="02020603050405020304" pitchFamily="18" charset="0"/>
              <a:cs typeface="Times New Roman" panose="02020603050405020304" pitchFamily="18" charset="0"/>
            </a:endParaRPr>
          </a:p>
          <a:p>
            <a:pPr marL="0" indent="0" defTabSz="914400">
              <a:buNone/>
              <a:defRPr/>
            </a:pPr>
            <a:endParaRPr lang="en-US" altLang="en-US" sz="2000" dirty="0">
              <a:solidFill>
                <a:sysClr val="windowText" lastClr="000000"/>
              </a:solidFill>
            </a:endParaRPr>
          </a:p>
          <a:p>
            <a:pPr marL="0" indent="0" defTabSz="914400">
              <a:buNone/>
              <a:defRPr/>
            </a:pPr>
            <a:endParaRPr lang="en-US" altLang="en-US" sz="2000" dirty="0">
              <a:solidFill>
                <a:sysClr val="windowText" lastClr="000000"/>
              </a:solidFill>
            </a:endParaRPr>
          </a:p>
          <a:p>
            <a:pPr marL="0" indent="0" defTabSz="914400">
              <a:buNone/>
              <a:defRPr/>
            </a:pPr>
            <a:endParaRPr lang="en-US" altLang="en-US" sz="2000" dirty="0">
              <a:solidFill>
                <a:sysClr val="windowText" lastClr="000000"/>
              </a:solidFill>
            </a:endParaRPr>
          </a:p>
          <a:p>
            <a:pPr marL="0" indent="0" defTabSz="914400">
              <a:buNone/>
              <a:defRPr/>
            </a:pPr>
            <a:endParaRPr lang="en-US" altLang="en-US" sz="2000" dirty="0">
              <a:solidFill>
                <a:sysClr val="windowText" lastClr="000000"/>
              </a:solidFill>
            </a:endParaRPr>
          </a:p>
          <a:p>
            <a:pPr marL="0" indent="0" defTabSz="914400">
              <a:buNone/>
              <a:defRPr/>
            </a:pPr>
            <a:endParaRPr lang="en-US" altLang="en-US" sz="2000" dirty="0">
              <a:solidFill>
                <a:sysClr val="windowText" lastClr="000000"/>
              </a:solidFill>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C79354-3CCB-34BB-0C22-56D71CFEE1E8}"/>
              </a:ext>
            </a:extLst>
          </p:cNvPr>
          <p:cNvSpPr>
            <a:spLocks noGrp="1"/>
          </p:cNvSpPr>
          <p:nvPr>
            <p:ph idx="1"/>
          </p:nvPr>
        </p:nvSpPr>
        <p:spPr>
          <a:xfrm>
            <a:off x="503808" y="971525"/>
            <a:ext cx="9073008" cy="5616624"/>
          </a:xfrm>
        </p:spPr>
        <p:txBody>
          <a:bodyPr/>
          <a:lstStyle/>
          <a:p>
            <a:pPr marL="0" indent="0">
              <a:buClr>
                <a:schemeClr val="tx1"/>
              </a:buClr>
              <a:buNone/>
            </a:pPr>
            <a:r>
              <a:rPr lang="en-US" sz="2500" b="1" dirty="0">
                <a:solidFill>
                  <a:schemeClr val="tx1"/>
                </a:solidFill>
                <a:latin typeface="Times New Roman" panose="02020603050405020304" pitchFamily="18" charset="0"/>
                <a:cs typeface="Times New Roman" panose="02020603050405020304" pitchFamily="18" charset="0"/>
              </a:rPr>
              <a:t>Objective:</a:t>
            </a:r>
          </a:p>
          <a:p>
            <a:pPr marL="558800" indent="-457200">
              <a:lnSpc>
                <a:spcPct val="150000"/>
              </a:lnSpc>
              <a:spcBef>
                <a:spcPts val="1000"/>
              </a:spcBef>
              <a:spcAft>
                <a:spcPts val="0"/>
              </a:spcAft>
              <a:buClr>
                <a:schemeClr val="dk1"/>
              </a:buClr>
              <a:buSzPts val="2000"/>
              <a:buFont typeface="+mj-lt"/>
              <a:buAutoNum type="arabicPeriod"/>
            </a:pPr>
            <a:r>
              <a:rPr lang="en-US" sz="1700" dirty="0">
                <a:solidFill>
                  <a:schemeClr val="dk1"/>
                </a:solidFill>
                <a:latin typeface="Times New Roman"/>
                <a:ea typeface="Times New Roman"/>
                <a:cs typeface="Times New Roman"/>
                <a:sym typeface="Times New Roman"/>
              </a:rPr>
              <a:t>To design an intelligent resume parsing tool by implementing Natural Language Processing (NLP) algorithms, enabling efficient extraction and structuring of candidate data.</a:t>
            </a:r>
          </a:p>
          <a:p>
            <a:pPr marL="558800" lvl="0" indent="-457200" algn="l" rtl="0">
              <a:lnSpc>
                <a:spcPct val="150000"/>
              </a:lnSpc>
              <a:spcBef>
                <a:spcPts val="1000"/>
              </a:spcBef>
              <a:spcAft>
                <a:spcPts val="0"/>
              </a:spcAft>
              <a:buClr>
                <a:schemeClr val="dk1"/>
              </a:buClr>
              <a:buSzPts val="2000"/>
              <a:buFont typeface="+mj-lt"/>
              <a:buAutoNum type="arabicPeriod"/>
            </a:pPr>
            <a:r>
              <a:rPr lang="en-US" sz="1700" dirty="0">
                <a:solidFill>
                  <a:schemeClr val="dk1"/>
                </a:solidFill>
                <a:latin typeface="Times New Roman"/>
                <a:ea typeface="Times New Roman"/>
                <a:cs typeface="Times New Roman"/>
                <a:sym typeface="Times New Roman"/>
              </a:rPr>
              <a:t>To design a personalized job recommendation system by utilizing content-based filtering algorithms, ensuring accurate matches based on user preferences and qualifications.</a:t>
            </a:r>
          </a:p>
          <a:p>
            <a:pPr marL="558800" lvl="0" indent="-457200" algn="l" rtl="0">
              <a:lnSpc>
                <a:spcPct val="150000"/>
              </a:lnSpc>
              <a:spcBef>
                <a:spcPts val="1000"/>
              </a:spcBef>
              <a:spcAft>
                <a:spcPts val="0"/>
              </a:spcAft>
              <a:buClr>
                <a:schemeClr val="dk1"/>
              </a:buClr>
              <a:buSzPts val="2000"/>
              <a:buFont typeface="+mj-lt"/>
              <a:buAutoNum type="arabicPeriod"/>
            </a:pPr>
            <a:r>
              <a:rPr lang="en-US" sz="1700" dirty="0">
                <a:solidFill>
                  <a:schemeClr val="dk1"/>
                </a:solidFill>
                <a:latin typeface="Times New Roman"/>
                <a:ea typeface="Times New Roman"/>
                <a:cs typeface="Times New Roman"/>
                <a:sym typeface="Times New Roman"/>
              </a:rPr>
              <a:t>To develop a market rate analysis tool using predictive analytics and time-series forecasting algorithms providing real-time insights into salary trends and benchmarks.</a:t>
            </a:r>
          </a:p>
          <a:p>
            <a:pPr marL="558800" lvl="0" indent="-457200" algn="l" rtl="0">
              <a:lnSpc>
                <a:spcPct val="150000"/>
              </a:lnSpc>
              <a:spcBef>
                <a:spcPts val="1000"/>
              </a:spcBef>
              <a:spcAft>
                <a:spcPts val="0"/>
              </a:spcAft>
              <a:buClr>
                <a:schemeClr val="dk1"/>
              </a:buClr>
              <a:buSzPts val="2000"/>
              <a:buFont typeface="+mj-lt"/>
              <a:buAutoNum type="arabicPeriod"/>
            </a:pPr>
            <a:r>
              <a:rPr lang="en-US" sz="1700" dirty="0">
                <a:solidFill>
                  <a:schemeClr val="dk1"/>
                </a:solidFill>
                <a:latin typeface="Times New Roman"/>
                <a:ea typeface="Times New Roman"/>
                <a:cs typeface="Times New Roman"/>
                <a:sym typeface="Times New Roman"/>
              </a:rPr>
              <a:t>To develop an AI-powered chatbot that leverages NLP for career guidance, job-related queries, and resume feedback.</a:t>
            </a:r>
          </a:p>
          <a:p>
            <a:pPr marL="0" indent="0">
              <a:buClr>
                <a:schemeClr val="tx1"/>
              </a:buClr>
              <a:buNone/>
            </a:pPr>
            <a:endParaRPr lang="en-US" sz="2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3150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DF39CC76-D4AF-AF7B-FC4D-9769AA2A3673}"/>
              </a:ext>
            </a:extLst>
          </p:cNvPr>
          <p:cNvSpPr>
            <a:spLocks noChangeArrowheads="1"/>
          </p:cNvSpPr>
          <p:nvPr/>
        </p:nvSpPr>
        <p:spPr bwMode="auto">
          <a:xfrm>
            <a:off x="503237" y="179438"/>
            <a:ext cx="9070975" cy="622250"/>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Literature Survey of the existing system</a:t>
            </a:r>
          </a:p>
        </p:txBody>
      </p:sp>
      <p:sp>
        <p:nvSpPr>
          <p:cNvPr id="19459" name="Rectangle 2">
            <a:extLst>
              <a:ext uri="{FF2B5EF4-FFF2-40B4-BE49-F238E27FC236}">
                <a16:creationId xmlns:a16="http://schemas.microsoft.com/office/drawing/2014/main" id="{EC4DDA65-0E9A-892A-9B23-B192643E6E30}"/>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F51B89B0-ABD8-C593-8D85-3A100506A448}"/>
              </a:ext>
            </a:extLst>
          </p:cNvPr>
          <p:cNvGraphicFramePr>
            <a:graphicFrameLocks noGrp="1"/>
          </p:cNvGraphicFramePr>
          <p:nvPr>
            <p:extLst>
              <p:ext uri="{D42A27DB-BD31-4B8C-83A1-F6EECF244321}">
                <p14:modId xmlns:p14="http://schemas.microsoft.com/office/powerpoint/2010/main" val="2811999499"/>
              </p:ext>
            </p:extLst>
          </p:nvPr>
        </p:nvGraphicFramePr>
        <p:xfrm>
          <a:off x="471080" y="878499"/>
          <a:ext cx="9393768" cy="5985959"/>
        </p:xfrm>
        <a:graphic>
          <a:graphicData uri="http://schemas.openxmlformats.org/drawingml/2006/table">
            <a:tbl>
              <a:tblPr firstRow="1" bandRow="1">
                <a:tableStyleId>{5C22544A-7EE6-4342-B048-85BDC9FD1C3A}</a:tableStyleId>
              </a:tblPr>
              <a:tblGrid>
                <a:gridCol w="504229">
                  <a:extLst>
                    <a:ext uri="{9D8B030D-6E8A-4147-A177-3AD203B41FA5}">
                      <a16:colId xmlns:a16="http://schemas.microsoft.com/office/drawing/2014/main" val="909056819"/>
                    </a:ext>
                  </a:extLst>
                </a:gridCol>
                <a:gridCol w="1440160">
                  <a:extLst>
                    <a:ext uri="{9D8B030D-6E8A-4147-A177-3AD203B41FA5}">
                      <a16:colId xmlns:a16="http://schemas.microsoft.com/office/drawing/2014/main" val="17323153"/>
                    </a:ext>
                  </a:extLst>
                </a:gridCol>
                <a:gridCol w="1512168">
                  <a:extLst>
                    <a:ext uri="{9D8B030D-6E8A-4147-A177-3AD203B41FA5}">
                      <a16:colId xmlns:a16="http://schemas.microsoft.com/office/drawing/2014/main" val="2290744382"/>
                    </a:ext>
                  </a:extLst>
                </a:gridCol>
                <a:gridCol w="720080">
                  <a:extLst>
                    <a:ext uri="{9D8B030D-6E8A-4147-A177-3AD203B41FA5}">
                      <a16:colId xmlns:a16="http://schemas.microsoft.com/office/drawing/2014/main" val="3418026613"/>
                    </a:ext>
                  </a:extLst>
                </a:gridCol>
                <a:gridCol w="1472715">
                  <a:extLst>
                    <a:ext uri="{9D8B030D-6E8A-4147-A177-3AD203B41FA5}">
                      <a16:colId xmlns:a16="http://schemas.microsoft.com/office/drawing/2014/main" val="2435482343"/>
                    </a:ext>
                  </a:extLst>
                </a:gridCol>
                <a:gridCol w="2088232">
                  <a:extLst>
                    <a:ext uri="{9D8B030D-6E8A-4147-A177-3AD203B41FA5}">
                      <a16:colId xmlns:a16="http://schemas.microsoft.com/office/drawing/2014/main" val="1950329346"/>
                    </a:ext>
                  </a:extLst>
                </a:gridCol>
                <a:gridCol w="1656184">
                  <a:extLst>
                    <a:ext uri="{9D8B030D-6E8A-4147-A177-3AD203B41FA5}">
                      <a16:colId xmlns:a16="http://schemas.microsoft.com/office/drawing/2014/main" val="3474923851"/>
                    </a:ext>
                  </a:extLst>
                </a:gridCol>
              </a:tblGrid>
              <a:tr h="635929">
                <a:tc>
                  <a:txBody>
                    <a:bodyPr/>
                    <a:lstStyle/>
                    <a:p>
                      <a:r>
                        <a:rPr lang="en-US" dirty="0"/>
                        <a:t>Sr No</a:t>
                      </a:r>
                      <a:endParaRPr lang="en-IN" dirty="0"/>
                    </a:p>
                  </a:txBody>
                  <a:tcPr/>
                </a:tc>
                <a:tc>
                  <a:txBody>
                    <a:bodyPr/>
                    <a:lstStyle/>
                    <a:p>
                      <a:r>
                        <a:rPr lang="en-US" dirty="0"/>
                        <a:t>Title</a:t>
                      </a:r>
                      <a:endParaRPr lang="en-IN" dirty="0"/>
                    </a:p>
                  </a:txBody>
                  <a:tcPr/>
                </a:tc>
                <a:tc>
                  <a:txBody>
                    <a:bodyPr/>
                    <a:lstStyle/>
                    <a:p>
                      <a:r>
                        <a:rPr lang="en-US" dirty="0"/>
                        <a:t>Author</a:t>
                      </a:r>
                      <a:endParaRPr lang="en-IN" dirty="0"/>
                    </a:p>
                  </a:txBody>
                  <a:tcPr/>
                </a:tc>
                <a:tc>
                  <a:txBody>
                    <a:bodyPr/>
                    <a:lstStyle/>
                    <a:p>
                      <a:r>
                        <a:rPr lang="en-US" dirty="0"/>
                        <a:t>Year</a:t>
                      </a:r>
                      <a:endParaRPr lang="en-IN" dirty="0"/>
                    </a:p>
                  </a:txBody>
                  <a:tcPr/>
                </a:tc>
                <a:tc>
                  <a:txBody>
                    <a:bodyPr/>
                    <a:lstStyle/>
                    <a:p>
                      <a:r>
                        <a:rPr lang="en-US" dirty="0"/>
                        <a:t>Outcome</a:t>
                      </a:r>
                      <a:endParaRPr lang="en-IN" dirty="0"/>
                    </a:p>
                  </a:txBody>
                  <a:tcPr/>
                </a:tc>
                <a:tc>
                  <a:txBody>
                    <a:bodyPr/>
                    <a:lstStyle/>
                    <a:p>
                      <a:r>
                        <a:rPr lang="en-US" dirty="0"/>
                        <a:t>Methodology</a:t>
                      </a:r>
                      <a:endParaRPr lang="en-IN" dirty="0"/>
                    </a:p>
                  </a:txBody>
                  <a:tcPr/>
                </a:tc>
                <a:tc>
                  <a:txBody>
                    <a:bodyPr/>
                    <a:lstStyle/>
                    <a:p>
                      <a:r>
                        <a:rPr lang="en-US" dirty="0"/>
                        <a:t>Result</a:t>
                      </a:r>
                      <a:endParaRPr lang="en-IN" dirty="0"/>
                    </a:p>
                  </a:txBody>
                  <a:tcPr/>
                </a:tc>
                <a:extLst>
                  <a:ext uri="{0D108BD9-81ED-4DB2-BD59-A6C34878D82A}">
                    <a16:rowId xmlns:a16="http://schemas.microsoft.com/office/drawing/2014/main" val="1182767482"/>
                  </a:ext>
                </a:extLst>
              </a:tr>
              <a:tr h="5289745">
                <a:tc>
                  <a:txBody>
                    <a:bodyPr/>
                    <a:lstStyle/>
                    <a:p>
                      <a:r>
                        <a:rPr lang="en-US" sz="1600" dirty="0">
                          <a:latin typeface="Times New Roman" panose="02020603050405020304" pitchFamily="18" charset="0"/>
                          <a:cs typeface="Times New Roman" panose="02020603050405020304" pitchFamily="18" charset="0"/>
                        </a:rPr>
                        <a:t>1.</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[1]Automated Resume Parsing: A Natural Language Processing  Approach</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Sai </a:t>
                      </a:r>
                      <a:r>
                        <a:rPr lang="en-US" sz="1600" dirty="0" err="1">
                          <a:latin typeface="Times New Roman" panose="02020603050405020304" pitchFamily="18" charset="0"/>
                          <a:cs typeface="Times New Roman" panose="02020603050405020304" pitchFamily="18" charset="0"/>
                        </a:rPr>
                        <a:t>Snehith</a:t>
                      </a:r>
                      <a:r>
                        <a:rPr lang="en-US" sz="1600" dirty="0">
                          <a:latin typeface="Times New Roman" panose="02020603050405020304" pitchFamily="18" charset="0"/>
                          <a:cs typeface="Times New Roman" panose="02020603050405020304" pitchFamily="18" charset="0"/>
                        </a:rPr>
                        <a:t> K,</a:t>
                      </a:r>
                    </a:p>
                    <a:p>
                      <a:r>
                        <a:rPr lang="en-US" sz="1600" dirty="0">
                          <a:latin typeface="Times New Roman" panose="02020603050405020304" pitchFamily="18" charset="0"/>
                          <a:cs typeface="Times New Roman" panose="02020603050405020304" pitchFamily="18" charset="0"/>
                        </a:rPr>
                        <a:t>Meena </a:t>
                      </a:r>
                      <a:r>
                        <a:rPr lang="en-US" sz="1600" dirty="0" err="1">
                          <a:latin typeface="Times New Roman" panose="02020603050405020304" pitchFamily="18" charset="0"/>
                          <a:cs typeface="Times New Roman" panose="02020603050405020304" pitchFamily="18" charset="0"/>
                        </a:rPr>
                        <a:t>Belwal</a:t>
                      </a:r>
                      <a:r>
                        <a:rPr lang="en-US" sz="1600" dirty="0">
                          <a:latin typeface="Times New Roman" panose="02020603050405020304" pitchFamily="18" charset="0"/>
                          <a:cs typeface="Times New Roman" panose="02020603050405020304" pitchFamily="18" charset="0"/>
                        </a:rPr>
                        <a:t>,</a:t>
                      </a:r>
                    </a:p>
                    <a:p>
                      <a:r>
                        <a:rPr lang="en-US" sz="1600" dirty="0" err="1">
                          <a:latin typeface="Times New Roman" panose="02020603050405020304" pitchFamily="18" charset="0"/>
                          <a:cs typeface="Times New Roman" panose="02020603050405020304" pitchFamily="18" charset="0"/>
                        </a:rPr>
                        <a:t>Nithish</a:t>
                      </a:r>
                      <a:r>
                        <a:rPr lang="en-US" sz="1600" dirty="0">
                          <a:latin typeface="Times New Roman" panose="02020603050405020304" pitchFamily="18" charset="0"/>
                          <a:cs typeface="Times New Roman" panose="02020603050405020304" pitchFamily="18" charset="0"/>
                        </a:rPr>
                        <a:t> Sagar Reddy,</a:t>
                      </a:r>
                    </a:p>
                    <a:p>
                      <a:r>
                        <a:rPr lang="en-US" sz="1600" dirty="0" err="1">
                          <a:latin typeface="Times New Roman" panose="02020603050405020304" pitchFamily="18" charset="0"/>
                          <a:cs typeface="Times New Roman" panose="02020603050405020304" pitchFamily="18" charset="0"/>
                        </a:rPr>
                        <a:t>Thatavarthi</a:t>
                      </a:r>
                      <a:r>
                        <a:rPr lang="en-US" sz="1600" dirty="0">
                          <a:latin typeface="Times New Roman" panose="02020603050405020304" pitchFamily="18" charset="0"/>
                          <a:cs typeface="Times New Roman" panose="02020603050405020304" pitchFamily="18" charset="0"/>
                        </a:rPr>
                        <a:t> Giri </a:t>
                      </a:r>
                      <a:r>
                        <a:rPr lang="en-US" sz="1600" dirty="0" err="1">
                          <a:latin typeface="Times New Roman" panose="02020603050405020304" pitchFamily="18" charset="0"/>
                          <a:cs typeface="Times New Roman" panose="02020603050405020304" pitchFamily="18" charset="0"/>
                        </a:rPr>
                        <a:t>Sougandh</a:t>
                      </a:r>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2023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The paper presents a system that reads resumes and extracts key details like names, skills, and experience using AI. It helps recruiters process resumes faster.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The resume parser uses NER (</a:t>
                      </a:r>
                      <a:r>
                        <a:rPr lang="en-IN" sz="1600" dirty="0" err="1">
                          <a:latin typeface="Times New Roman" panose="02020603050405020304" pitchFamily="18" charset="0"/>
                          <a:cs typeface="Times New Roman" panose="02020603050405020304" pitchFamily="18" charset="0"/>
                        </a:rPr>
                        <a:t>SpaCy</a:t>
                      </a:r>
                      <a:r>
                        <a:rPr lang="en-IN" sz="1600" dirty="0">
                          <a:latin typeface="Times New Roman" panose="02020603050405020304" pitchFamily="18" charset="0"/>
                          <a:cs typeface="Times New Roman" panose="02020603050405020304" pitchFamily="18" charset="0"/>
                        </a:rPr>
                        <a:t>) for entity recognition and Regex for structured data extraction. It processes resumes using Python, Pandas, YAML, </a:t>
                      </a:r>
                      <a:r>
                        <a:rPr lang="en-IN" sz="1600" dirty="0" err="1">
                          <a:latin typeface="Times New Roman" panose="02020603050405020304" pitchFamily="18" charset="0"/>
                          <a:cs typeface="Times New Roman" panose="02020603050405020304" pitchFamily="18" charset="0"/>
                        </a:rPr>
                        <a:t>PDFMiner</a:t>
                      </a:r>
                      <a:r>
                        <a:rPr lang="en-IN" sz="1600" dirty="0">
                          <a:latin typeface="Times New Roman" panose="02020603050405020304" pitchFamily="18" charset="0"/>
                          <a:cs typeface="Times New Roman" panose="02020603050405020304" pitchFamily="18" charset="0"/>
                        </a:rPr>
                        <a:t>, and docx2txt from PDFs and Word files. By combining NLP and pattern matching, it enhances recruitment automation with accurate resume analysis.</a:t>
                      </a:r>
                    </a:p>
                  </a:txBody>
                  <a:tcPr/>
                </a:tc>
                <a:tc>
                  <a:txBody>
                    <a:bodyPr/>
                    <a:lstStyle/>
                    <a:p>
                      <a:r>
                        <a:rPr lang="en-US" sz="1600" dirty="0">
                          <a:latin typeface="Times New Roman" panose="02020603050405020304" pitchFamily="18" charset="0"/>
                          <a:cs typeface="Times New Roman" panose="02020603050405020304" pitchFamily="18" charset="0"/>
                        </a:rPr>
                        <a:t>The resume parser accurately extracts key information—like name, email, skills, and experience—from resumes and displays it in a structured </a:t>
                      </a:r>
                      <a:r>
                        <a:rPr lang="en-US" sz="1600" dirty="0" err="1">
                          <a:latin typeface="Times New Roman" panose="02020603050405020304" pitchFamily="18" charset="0"/>
                          <a:cs typeface="Times New Roman" panose="02020603050405020304" pitchFamily="18" charset="0"/>
                        </a:rPr>
                        <a:t>dataframe</a:t>
                      </a:r>
                      <a:r>
                        <a:rPr lang="en-US" sz="1600" dirty="0">
                          <a:latin typeface="Times New Roman" panose="02020603050405020304" pitchFamily="18" charset="0"/>
                          <a:cs typeface="Times New Roman" panose="02020603050405020304" pitchFamily="18" charset="0"/>
                        </a:rPr>
                        <a:t>. The GUI allows comparison of 2 to 5 resumes, accommodating different resume formats.</a:t>
                      </a:r>
                      <a:endParaRPr lang="en-IN" sz="1600" dirty="0"/>
                    </a:p>
                  </a:txBody>
                  <a:tcPr/>
                </a:tc>
                <a:extLst>
                  <a:ext uri="{0D108BD9-81ED-4DB2-BD59-A6C34878D82A}">
                    <a16:rowId xmlns:a16="http://schemas.microsoft.com/office/drawing/2014/main" val="3627770832"/>
                  </a:ext>
                </a:extLst>
              </a:tr>
            </a:tbl>
          </a:graphicData>
        </a:graphic>
      </p:graphicFrame>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D49B91F-4241-A065-C4EF-86BFEC6C57D3}"/>
              </a:ext>
            </a:extLst>
          </p:cNvPr>
          <p:cNvGraphicFramePr>
            <a:graphicFrameLocks noGrp="1"/>
          </p:cNvGraphicFramePr>
          <p:nvPr>
            <p:ph idx="1"/>
            <p:extLst>
              <p:ext uri="{D42A27DB-BD31-4B8C-83A1-F6EECF244321}">
                <p14:modId xmlns:p14="http://schemas.microsoft.com/office/powerpoint/2010/main" val="3278506615"/>
              </p:ext>
            </p:extLst>
          </p:nvPr>
        </p:nvGraphicFramePr>
        <p:xfrm>
          <a:off x="647824" y="827509"/>
          <a:ext cx="8784976" cy="5176774"/>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4214867005"/>
                    </a:ext>
                  </a:extLst>
                </a:gridCol>
                <a:gridCol w="1080120">
                  <a:extLst>
                    <a:ext uri="{9D8B030D-6E8A-4147-A177-3AD203B41FA5}">
                      <a16:colId xmlns:a16="http://schemas.microsoft.com/office/drawing/2014/main" val="3426614867"/>
                    </a:ext>
                  </a:extLst>
                </a:gridCol>
                <a:gridCol w="1224136">
                  <a:extLst>
                    <a:ext uri="{9D8B030D-6E8A-4147-A177-3AD203B41FA5}">
                      <a16:colId xmlns:a16="http://schemas.microsoft.com/office/drawing/2014/main" val="63974870"/>
                    </a:ext>
                  </a:extLst>
                </a:gridCol>
                <a:gridCol w="720080">
                  <a:extLst>
                    <a:ext uri="{9D8B030D-6E8A-4147-A177-3AD203B41FA5}">
                      <a16:colId xmlns:a16="http://schemas.microsoft.com/office/drawing/2014/main" val="2673981120"/>
                    </a:ext>
                  </a:extLst>
                </a:gridCol>
                <a:gridCol w="1440160">
                  <a:extLst>
                    <a:ext uri="{9D8B030D-6E8A-4147-A177-3AD203B41FA5}">
                      <a16:colId xmlns:a16="http://schemas.microsoft.com/office/drawing/2014/main" val="3184695887"/>
                    </a:ext>
                  </a:extLst>
                </a:gridCol>
                <a:gridCol w="1944216">
                  <a:extLst>
                    <a:ext uri="{9D8B030D-6E8A-4147-A177-3AD203B41FA5}">
                      <a16:colId xmlns:a16="http://schemas.microsoft.com/office/drawing/2014/main" val="1213970784"/>
                    </a:ext>
                  </a:extLst>
                </a:gridCol>
                <a:gridCol w="1872208">
                  <a:extLst>
                    <a:ext uri="{9D8B030D-6E8A-4147-A177-3AD203B41FA5}">
                      <a16:colId xmlns:a16="http://schemas.microsoft.com/office/drawing/2014/main" val="1291561811"/>
                    </a:ext>
                  </a:extLst>
                </a:gridCol>
              </a:tblGrid>
              <a:tr h="648072">
                <a:tc>
                  <a:txBody>
                    <a:bodyPr/>
                    <a:lstStyle/>
                    <a:p>
                      <a:r>
                        <a:rPr lang="en-US" dirty="0"/>
                        <a:t>Sr No</a:t>
                      </a:r>
                      <a:endParaRPr lang="en-IN" dirty="0"/>
                    </a:p>
                  </a:txBody>
                  <a:tcPr/>
                </a:tc>
                <a:tc>
                  <a:txBody>
                    <a:bodyPr/>
                    <a:lstStyle/>
                    <a:p>
                      <a:r>
                        <a:rPr lang="en-US" dirty="0"/>
                        <a:t>Title</a:t>
                      </a:r>
                      <a:endParaRPr lang="en-IN" dirty="0"/>
                    </a:p>
                  </a:txBody>
                  <a:tcPr/>
                </a:tc>
                <a:tc>
                  <a:txBody>
                    <a:bodyPr/>
                    <a:lstStyle/>
                    <a:p>
                      <a:r>
                        <a:rPr lang="en-US" dirty="0"/>
                        <a:t>Author</a:t>
                      </a:r>
                      <a:endParaRPr lang="en-IN" dirty="0"/>
                    </a:p>
                  </a:txBody>
                  <a:tcPr/>
                </a:tc>
                <a:tc>
                  <a:txBody>
                    <a:bodyPr/>
                    <a:lstStyle/>
                    <a:p>
                      <a:r>
                        <a:rPr lang="en-US" dirty="0"/>
                        <a:t>Year</a:t>
                      </a:r>
                      <a:endParaRPr lang="en-IN" dirty="0"/>
                    </a:p>
                  </a:txBody>
                  <a:tcPr/>
                </a:tc>
                <a:tc>
                  <a:txBody>
                    <a:bodyPr/>
                    <a:lstStyle/>
                    <a:p>
                      <a:r>
                        <a:rPr lang="en-US" dirty="0"/>
                        <a:t>Outcome</a:t>
                      </a:r>
                      <a:endParaRPr lang="en-IN" dirty="0"/>
                    </a:p>
                  </a:txBody>
                  <a:tcPr/>
                </a:tc>
                <a:tc>
                  <a:txBody>
                    <a:bodyPr/>
                    <a:lstStyle/>
                    <a:p>
                      <a:r>
                        <a:rPr lang="en-US" dirty="0"/>
                        <a:t>Methodology</a:t>
                      </a:r>
                      <a:endParaRPr lang="en-IN" dirty="0"/>
                    </a:p>
                  </a:txBody>
                  <a:tcPr/>
                </a:tc>
                <a:tc>
                  <a:txBody>
                    <a:bodyPr/>
                    <a:lstStyle/>
                    <a:p>
                      <a:r>
                        <a:rPr lang="en-US" dirty="0"/>
                        <a:t>Result</a:t>
                      </a:r>
                      <a:endParaRPr lang="en-IN" dirty="0"/>
                    </a:p>
                  </a:txBody>
                  <a:tcPr/>
                </a:tc>
                <a:extLst>
                  <a:ext uri="{0D108BD9-81ED-4DB2-BD59-A6C34878D82A}">
                    <a16:rowId xmlns:a16="http://schemas.microsoft.com/office/drawing/2014/main" val="1033221607"/>
                  </a:ext>
                </a:extLst>
              </a:tr>
              <a:tr h="4253765">
                <a:tc>
                  <a:txBody>
                    <a:bodyPr/>
                    <a:lstStyle/>
                    <a:p>
                      <a:r>
                        <a:rPr lang="en-US" sz="1600" dirty="0">
                          <a:latin typeface="Times New Roman" panose="02020603050405020304" pitchFamily="18" charset="0"/>
                          <a:cs typeface="Times New Roman" panose="02020603050405020304" pitchFamily="18" charset="0"/>
                        </a:rPr>
                        <a:t>2.</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[2]A Research of Job Recommendation System Based on Content-Based Filtering </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err="1">
                          <a:latin typeface="Times New Roman" panose="02020603050405020304" pitchFamily="18" charset="0"/>
                          <a:cs typeface="Times New Roman" panose="02020603050405020304" pitchFamily="18" charset="0"/>
                        </a:rPr>
                        <a:t>Yingya</a:t>
                      </a:r>
                      <a:r>
                        <a:rPr lang="en-IN" sz="1600" dirty="0">
                          <a:latin typeface="Times New Roman" panose="02020603050405020304" pitchFamily="18" charset="0"/>
                          <a:cs typeface="Times New Roman" panose="02020603050405020304" pitchFamily="18" charset="0"/>
                        </a:rPr>
                        <a:t> Zhang, Cheng Yang, </a:t>
                      </a:r>
                      <a:r>
                        <a:rPr lang="en-IN" sz="1600" dirty="0" err="1">
                          <a:latin typeface="Times New Roman" panose="02020603050405020304" pitchFamily="18" charset="0"/>
                          <a:cs typeface="Times New Roman" panose="02020603050405020304" pitchFamily="18" charset="0"/>
                        </a:rPr>
                        <a:t>Zhixiang</a:t>
                      </a:r>
                      <a:r>
                        <a:rPr lang="en-IN" sz="1600" dirty="0">
                          <a:latin typeface="Times New Roman" panose="02020603050405020304" pitchFamily="18" charset="0"/>
                          <a:cs typeface="Times New Roman" panose="02020603050405020304" pitchFamily="18" charset="0"/>
                        </a:rPr>
                        <a:t> Niu</a:t>
                      </a:r>
                    </a:p>
                  </a:txBody>
                  <a:tcPr/>
                </a:tc>
                <a:tc>
                  <a:txBody>
                    <a:bodyPr/>
                    <a:lstStyle/>
                    <a:p>
                      <a:r>
                        <a:rPr lang="en-US" sz="1600" dirty="0">
                          <a:latin typeface="Times New Roman" panose="02020603050405020304" pitchFamily="18" charset="0"/>
                          <a:cs typeface="Times New Roman" panose="02020603050405020304" pitchFamily="18" charset="0"/>
                        </a:rPr>
                        <a:t>2014</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The paper presents a system that recommends jobs based on user preferences and past applications, making job hunting easier.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The job recommendation system utilizes content based filtering to analyze user preferences and job similarities, improving personalized job matching. It processes user interaction data, applies machine learning techniques, and refines recommendations through continuous feedback.</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The system improves job recommendations by leveraging content-based filtering, enhancing matching accuracy based on user preferences and job similarities. Experimental results show increased recommendation precision and user satisfaction compared to traditional methods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05682954"/>
                  </a:ext>
                </a:extLst>
              </a:tr>
            </a:tbl>
          </a:graphicData>
        </a:graphic>
      </p:graphicFrame>
    </p:spTree>
    <p:extLst>
      <p:ext uri="{BB962C8B-B14F-4D97-AF65-F5344CB8AC3E}">
        <p14:creationId xmlns:p14="http://schemas.microsoft.com/office/powerpoint/2010/main" val="2474799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B8BA0ACA-0849-A0FE-C5F9-5AB27458F7FC}"/>
              </a:ext>
            </a:extLst>
          </p:cNvPr>
          <p:cNvGraphicFramePr>
            <a:graphicFrameLocks noGrp="1"/>
          </p:cNvGraphicFramePr>
          <p:nvPr>
            <p:ph idx="1"/>
            <p:extLst>
              <p:ext uri="{D42A27DB-BD31-4B8C-83A1-F6EECF244321}">
                <p14:modId xmlns:p14="http://schemas.microsoft.com/office/powerpoint/2010/main" val="623777664"/>
              </p:ext>
            </p:extLst>
          </p:nvPr>
        </p:nvGraphicFramePr>
        <p:xfrm>
          <a:off x="503808" y="467469"/>
          <a:ext cx="8856981" cy="5964366"/>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155052599"/>
                    </a:ext>
                  </a:extLst>
                </a:gridCol>
                <a:gridCol w="1296144">
                  <a:extLst>
                    <a:ext uri="{9D8B030D-6E8A-4147-A177-3AD203B41FA5}">
                      <a16:colId xmlns:a16="http://schemas.microsoft.com/office/drawing/2014/main" val="1326723759"/>
                    </a:ext>
                  </a:extLst>
                </a:gridCol>
                <a:gridCol w="1296144">
                  <a:extLst>
                    <a:ext uri="{9D8B030D-6E8A-4147-A177-3AD203B41FA5}">
                      <a16:colId xmlns:a16="http://schemas.microsoft.com/office/drawing/2014/main" val="2023768084"/>
                    </a:ext>
                  </a:extLst>
                </a:gridCol>
                <a:gridCol w="720080">
                  <a:extLst>
                    <a:ext uri="{9D8B030D-6E8A-4147-A177-3AD203B41FA5}">
                      <a16:colId xmlns:a16="http://schemas.microsoft.com/office/drawing/2014/main" val="1990670648"/>
                    </a:ext>
                  </a:extLst>
                </a:gridCol>
                <a:gridCol w="1368152">
                  <a:extLst>
                    <a:ext uri="{9D8B030D-6E8A-4147-A177-3AD203B41FA5}">
                      <a16:colId xmlns:a16="http://schemas.microsoft.com/office/drawing/2014/main" val="538184580"/>
                    </a:ext>
                  </a:extLst>
                </a:gridCol>
                <a:gridCol w="1872208">
                  <a:extLst>
                    <a:ext uri="{9D8B030D-6E8A-4147-A177-3AD203B41FA5}">
                      <a16:colId xmlns:a16="http://schemas.microsoft.com/office/drawing/2014/main" val="1247047999"/>
                    </a:ext>
                  </a:extLst>
                </a:gridCol>
                <a:gridCol w="1800197">
                  <a:extLst>
                    <a:ext uri="{9D8B030D-6E8A-4147-A177-3AD203B41FA5}">
                      <a16:colId xmlns:a16="http://schemas.microsoft.com/office/drawing/2014/main" val="481858442"/>
                    </a:ext>
                  </a:extLst>
                </a:gridCol>
              </a:tblGrid>
              <a:tr h="648072">
                <a:tc>
                  <a:txBody>
                    <a:bodyPr/>
                    <a:lstStyle/>
                    <a:p>
                      <a:r>
                        <a:rPr lang="en-US" dirty="0"/>
                        <a:t>Sr No</a:t>
                      </a:r>
                      <a:endParaRPr lang="en-IN" dirty="0"/>
                    </a:p>
                  </a:txBody>
                  <a:tcPr/>
                </a:tc>
                <a:tc>
                  <a:txBody>
                    <a:bodyPr/>
                    <a:lstStyle/>
                    <a:p>
                      <a:r>
                        <a:rPr lang="en-US" dirty="0"/>
                        <a:t>Title</a:t>
                      </a:r>
                      <a:endParaRPr lang="en-IN" dirty="0"/>
                    </a:p>
                  </a:txBody>
                  <a:tcPr/>
                </a:tc>
                <a:tc>
                  <a:txBody>
                    <a:bodyPr/>
                    <a:lstStyle/>
                    <a:p>
                      <a:r>
                        <a:rPr lang="en-US" dirty="0"/>
                        <a:t>Author</a:t>
                      </a:r>
                      <a:endParaRPr lang="en-IN" dirty="0"/>
                    </a:p>
                  </a:txBody>
                  <a:tcPr/>
                </a:tc>
                <a:tc>
                  <a:txBody>
                    <a:bodyPr/>
                    <a:lstStyle/>
                    <a:p>
                      <a:r>
                        <a:rPr lang="en-US" dirty="0"/>
                        <a:t>Year</a:t>
                      </a:r>
                      <a:endParaRPr lang="en-IN" dirty="0"/>
                    </a:p>
                  </a:txBody>
                  <a:tcPr/>
                </a:tc>
                <a:tc>
                  <a:txBody>
                    <a:bodyPr/>
                    <a:lstStyle/>
                    <a:p>
                      <a:r>
                        <a:rPr lang="en-US" dirty="0"/>
                        <a:t>Outcome</a:t>
                      </a:r>
                      <a:endParaRPr lang="en-IN" dirty="0"/>
                    </a:p>
                  </a:txBody>
                  <a:tcPr/>
                </a:tc>
                <a:tc>
                  <a:txBody>
                    <a:bodyPr/>
                    <a:lstStyle/>
                    <a:p>
                      <a:r>
                        <a:rPr lang="en-US" dirty="0"/>
                        <a:t>Methodology</a:t>
                      </a:r>
                      <a:endParaRPr lang="en-IN" dirty="0"/>
                    </a:p>
                  </a:txBody>
                  <a:tcPr/>
                </a:tc>
                <a:tc>
                  <a:txBody>
                    <a:bodyPr/>
                    <a:lstStyle/>
                    <a:p>
                      <a:r>
                        <a:rPr lang="en-US" dirty="0"/>
                        <a:t>Result</a:t>
                      </a:r>
                      <a:endParaRPr lang="en-IN" dirty="0"/>
                    </a:p>
                  </a:txBody>
                  <a:tcPr/>
                </a:tc>
                <a:extLst>
                  <a:ext uri="{0D108BD9-81ED-4DB2-BD59-A6C34878D82A}">
                    <a16:rowId xmlns:a16="http://schemas.microsoft.com/office/drawing/2014/main" val="164268096"/>
                  </a:ext>
                </a:extLst>
              </a:tr>
              <a:tr h="5268152">
                <a:tc>
                  <a:txBody>
                    <a:bodyPr/>
                    <a:lstStyle/>
                    <a:p>
                      <a:r>
                        <a:rPr lang="en-US" sz="1600" dirty="0">
                          <a:latin typeface="Times New Roman" panose="02020603050405020304" pitchFamily="18" charset="0"/>
                          <a:cs typeface="Times New Roman" panose="02020603050405020304" pitchFamily="18" charset="0"/>
                        </a:rPr>
                        <a:t>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[3]A Machine Learning-Based Job Forecasting And Trend Analysis System To Predict Future Job Markets Using Historical Data</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err="1">
                          <a:latin typeface="Times New Roman" panose="02020603050405020304" pitchFamily="18" charset="0"/>
                          <a:cs typeface="Times New Roman" panose="02020603050405020304" pitchFamily="18" charset="0"/>
                        </a:rPr>
                        <a:t>Sharanaja</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Senthurvelautham</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Nipuna</a:t>
                      </a:r>
                      <a:r>
                        <a:rPr lang="en-IN" sz="1600" dirty="0">
                          <a:latin typeface="Times New Roman" panose="02020603050405020304" pitchFamily="18" charset="0"/>
                          <a:cs typeface="Times New Roman" panose="02020603050405020304" pitchFamily="18" charset="0"/>
                        </a:rPr>
                        <a:t> Senanayake </a:t>
                      </a:r>
                    </a:p>
                  </a:txBody>
                  <a:tcPr/>
                </a:tc>
                <a:tc>
                  <a:txBody>
                    <a:bodyPr/>
                    <a:lstStyle/>
                    <a:p>
                      <a:r>
                        <a:rPr lang="en-US" sz="1600" dirty="0">
                          <a:latin typeface="Times New Roman" panose="02020603050405020304" pitchFamily="18" charset="0"/>
                          <a:cs typeface="Times New Roman" panose="02020603050405020304" pitchFamily="18" charset="0"/>
                        </a:rPr>
                        <a:t>2023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The paper presents a system that uses AI to predict job market trends with 95.71% accuracy. It helps job seekers and companies plan for future job demand.</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The system gathers job data via web crawling and APIs, analyzes trends using LSTM models, and predicts job market trends. It generates interactive reports with jQuery and Chart API, with bidirectional LSTM proving most accurate.</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The system accurately predicts job market trends using historical data and bidirectional LSTM models, outperforming traditional methods. It enables interactive trend analysis with jQuery and Chart API, helping job seekers and employers make data-driven decisions.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9633507"/>
                  </a:ext>
                </a:extLst>
              </a:tr>
            </a:tbl>
          </a:graphicData>
        </a:graphic>
      </p:graphicFrame>
    </p:spTree>
    <p:extLst>
      <p:ext uri="{BB962C8B-B14F-4D97-AF65-F5344CB8AC3E}">
        <p14:creationId xmlns:p14="http://schemas.microsoft.com/office/powerpoint/2010/main" val="439312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8A1AB-A984-A809-B604-9CA9ADECD60E}"/>
              </a:ext>
            </a:extLst>
          </p:cNvPr>
          <p:cNvSpPr>
            <a:spLocks noGrp="1"/>
          </p:cNvSpPr>
          <p:nvPr>
            <p:ph type="title"/>
          </p:nvPr>
        </p:nvSpPr>
        <p:spPr>
          <a:xfrm>
            <a:off x="671513" y="671514"/>
            <a:ext cx="6997700" cy="876076"/>
          </a:xfrm>
        </p:spPr>
        <p:txBody>
          <a:bodyPr/>
          <a:lstStyle/>
          <a:p>
            <a:r>
              <a:rPr lang="en-IN" sz="3600" b="1" dirty="0">
                <a:solidFill>
                  <a:schemeClr val="tx1"/>
                </a:solidFill>
                <a:latin typeface="Times New Roman" panose="02020603050405020304" pitchFamily="18" charset="0"/>
                <a:cs typeface="Times New Roman" panose="02020603050405020304" pitchFamily="18" charset="0"/>
              </a:rPr>
              <a:t>Limitations of existing systems </a:t>
            </a:r>
          </a:p>
        </p:txBody>
      </p:sp>
      <p:sp>
        <p:nvSpPr>
          <p:cNvPr id="3" name="Content Placeholder 2">
            <a:extLst>
              <a:ext uri="{FF2B5EF4-FFF2-40B4-BE49-F238E27FC236}">
                <a16:creationId xmlns:a16="http://schemas.microsoft.com/office/drawing/2014/main" id="{CA018160-C1E8-1A21-74E2-0F5EC9B6F7C2}"/>
              </a:ext>
            </a:extLst>
          </p:cNvPr>
          <p:cNvSpPr>
            <a:spLocks noGrp="1"/>
          </p:cNvSpPr>
          <p:nvPr>
            <p:ph idx="1"/>
          </p:nvPr>
        </p:nvSpPr>
        <p:spPr>
          <a:xfrm>
            <a:off x="503808" y="1763613"/>
            <a:ext cx="8712968" cy="4968552"/>
          </a:xfrm>
        </p:spPr>
        <p:txBody>
          <a:bodyPr/>
          <a:lstStyle/>
          <a:p>
            <a:pPr>
              <a:lnSpc>
                <a:spcPct val="150000"/>
              </a:lnSpc>
              <a:buClr>
                <a:schemeClr val="tx1"/>
              </a:buClr>
              <a:buFont typeface="Arial" panose="020B0604020202020204" pitchFamily="34" charset="0"/>
              <a:buChar char="•"/>
            </a:pPr>
            <a:r>
              <a:rPr lang="en-IN" sz="1800" b="1" dirty="0">
                <a:solidFill>
                  <a:schemeClr val="tx1"/>
                </a:solidFill>
                <a:latin typeface="Times New Roman" panose="02020603050405020304" pitchFamily="18" charset="0"/>
                <a:cs typeface="Times New Roman" panose="02020603050405020304" pitchFamily="18" charset="0"/>
              </a:rPr>
              <a:t>Lack of Personalization : </a:t>
            </a:r>
            <a:r>
              <a:rPr lang="en-IN" sz="1700" dirty="0">
                <a:solidFill>
                  <a:schemeClr val="tx1"/>
                </a:solidFill>
                <a:latin typeface="Times New Roman" panose="02020603050405020304" pitchFamily="18" charset="0"/>
                <a:cs typeface="Times New Roman" panose="02020603050405020304" pitchFamily="18" charset="0"/>
              </a:rPr>
              <a:t>Many </a:t>
            </a:r>
            <a:r>
              <a:rPr lang="en-US" sz="1700" dirty="0">
                <a:solidFill>
                  <a:schemeClr val="tx1"/>
                </a:solidFill>
                <a:latin typeface="Times New Roman" panose="02020603050405020304" pitchFamily="18" charset="0"/>
                <a:cs typeface="Times New Roman" panose="02020603050405020304" pitchFamily="18" charset="0"/>
              </a:rPr>
              <a:t>Job recommender are often generic and do not consider individual preferences such as career growth, interests or company culture which is  leading to irrelevant job recommendations</a:t>
            </a:r>
            <a:r>
              <a:rPr lang="en-US" sz="1800" b="1" dirty="0">
                <a:solidFill>
                  <a:schemeClr val="tx1"/>
                </a:solidFill>
                <a:latin typeface="Times New Roman" panose="02020603050405020304" pitchFamily="18" charset="0"/>
                <a:cs typeface="Times New Roman" panose="02020603050405020304" pitchFamily="18" charset="0"/>
              </a:rPr>
              <a:t>.</a:t>
            </a:r>
          </a:p>
          <a:p>
            <a:pPr>
              <a:lnSpc>
                <a:spcPct val="150000"/>
              </a:lnSpc>
              <a:buClr>
                <a:schemeClr val="tx1"/>
              </a:buClr>
              <a:buFont typeface="Arial" panose="020B0604020202020204" pitchFamily="34" charset="0"/>
              <a:buChar char="•"/>
            </a:pPr>
            <a:r>
              <a:rPr lang="en-US" sz="1800" b="1" dirty="0">
                <a:solidFill>
                  <a:schemeClr val="tx1"/>
                </a:solidFill>
                <a:latin typeface="Times New Roman" panose="02020603050405020304" pitchFamily="18" charset="0"/>
                <a:cs typeface="Times New Roman" panose="02020603050405020304" pitchFamily="18" charset="0"/>
              </a:rPr>
              <a:t>Poor User Experience and Engagement : </a:t>
            </a:r>
            <a:r>
              <a:rPr lang="en-US" sz="1700" dirty="0">
                <a:solidFill>
                  <a:schemeClr val="tx1"/>
                </a:solidFill>
                <a:latin typeface="Times New Roman" panose="02020603050405020304" pitchFamily="18" charset="0"/>
                <a:cs typeface="Times New Roman" panose="02020603050405020304" pitchFamily="18" charset="0"/>
              </a:rPr>
              <a:t>Complex user interfaces makes job searching inconvenient and confusing.</a:t>
            </a:r>
          </a:p>
          <a:p>
            <a:pPr>
              <a:lnSpc>
                <a:spcPct val="150000"/>
              </a:lnSpc>
              <a:buClr>
                <a:schemeClr val="tx1"/>
              </a:buClr>
              <a:buFont typeface="Arial" panose="020B0604020202020204" pitchFamily="34" charset="0"/>
              <a:buChar char="•"/>
            </a:pPr>
            <a:r>
              <a:rPr lang="en-US" sz="1700" b="1" dirty="0">
                <a:solidFill>
                  <a:srgbClr val="000000"/>
                </a:solidFill>
                <a:latin typeface="Times New Roman" panose="02020603050405020304" pitchFamily="18" charset="0"/>
                <a:cs typeface="Times New Roman" panose="02020603050405020304" pitchFamily="18" charset="0"/>
              </a:rPr>
              <a:t>Limited Support for Career Growth:</a:t>
            </a:r>
            <a:r>
              <a:rPr lang="en-US" sz="1700" dirty="0">
                <a:solidFill>
                  <a:srgbClr val="000000"/>
                </a:solidFill>
                <a:latin typeface="Times New Roman" panose="02020603050405020304" pitchFamily="18" charset="0"/>
                <a:cs typeface="Times New Roman" panose="02020603050405020304" pitchFamily="18" charset="0"/>
              </a:rPr>
              <a:t> Most systems lack a chatbot-driven approach to guide users on upskilling courses or certifications that can enhance their job eligibility, focusing solely on skill assessment.</a:t>
            </a:r>
          </a:p>
          <a:p>
            <a:pPr>
              <a:lnSpc>
                <a:spcPct val="150000"/>
              </a:lnSpc>
              <a:buClr>
                <a:schemeClr val="tx1"/>
              </a:buClr>
              <a:buFont typeface="Arial" panose="020B0604020202020204" pitchFamily="34" charset="0"/>
              <a:buChar char="•"/>
            </a:pPr>
            <a:r>
              <a:rPr lang="en-IN" sz="1800" b="1" dirty="0">
                <a:solidFill>
                  <a:schemeClr val="tx1"/>
                </a:solidFill>
                <a:latin typeface="Times New Roman" panose="02020603050405020304" pitchFamily="18" charset="0"/>
                <a:cs typeface="Times New Roman" panose="02020603050405020304" pitchFamily="18" charset="0"/>
              </a:rPr>
              <a:t>Ineffective Resume Parsing : </a:t>
            </a:r>
            <a:r>
              <a:rPr lang="en-US" sz="1700" dirty="0">
                <a:solidFill>
                  <a:schemeClr val="tx1"/>
                </a:solidFill>
                <a:latin typeface="Times New Roman" panose="02020603050405020304" pitchFamily="18" charset="0"/>
                <a:cs typeface="Times New Roman" panose="02020603050405020304" pitchFamily="18" charset="0"/>
              </a:rPr>
              <a:t>Many job portals do not extract relevant details from resumes effectively </a:t>
            </a:r>
            <a:r>
              <a:rPr lang="en-US" sz="1700" dirty="0" err="1">
                <a:solidFill>
                  <a:schemeClr val="tx1"/>
                </a:solidFill>
                <a:latin typeface="Times New Roman" panose="02020603050405020304" pitchFamily="18" charset="0"/>
                <a:cs typeface="Times New Roman" panose="02020603050405020304" pitchFamily="18" charset="0"/>
              </a:rPr>
              <a:t>i.e</a:t>
            </a:r>
            <a:r>
              <a:rPr lang="en-US" sz="1700" dirty="0">
                <a:solidFill>
                  <a:schemeClr val="tx1"/>
                </a:solidFill>
                <a:latin typeface="Times New Roman" panose="02020603050405020304" pitchFamily="18" charset="0"/>
                <a:cs typeface="Times New Roman" panose="02020603050405020304" pitchFamily="18" charset="0"/>
              </a:rPr>
              <a:t> skills and experiences listed in resumes may not be mapped correctly to job requirements.</a:t>
            </a:r>
            <a:endParaRPr lang="en-IN" sz="17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0346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D0DDA-C53E-F4C8-DDA9-2A86F36CE424}"/>
              </a:ext>
            </a:extLst>
          </p:cNvPr>
          <p:cNvSpPr>
            <a:spLocks noGrp="1"/>
          </p:cNvSpPr>
          <p:nvPr>
            <p:ph type="title"/>
          </p:nvPr>
        </p:nvSpPr>
        <p:spPr>
          <a:xfrm>
            <a:off x="719832" y="376250"/>
            <a:ext cx="6997700" cy="1455737"/>
          </a:xfrm>
        </p:spPr>
        <p:txBody>
          <a:bodyPr/>
          <a:lstStyle/>
          <a:p>
            <a:pPr>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rPr>
              <a:t> Problem statement </a:t>
            </a:r>
            <a:endParaRPr lang="en-IN" sz="3600"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endParaRPr>
          </a:p>
        </p:txBody>
      </p:sp>
      <p:sp>
        <p:nvSpPr>
          <p:cNvPr id="3" name="Content Placeholder 2">
            <a:extLst>
              <a:ext uri="{FF2B5EF4-FFF2-40B4-BE49-F238E27FC236}">
                <a16:creationId xmlns:a16="http://schemas.microsoft.com/office/drawing/2014/main" id="{F9538B2F-ABCB-107A-5FA5-896B62B3E2C6}"/>
              </a:ext>
            </a:extLst>
          </p:cNvPr>
          <p:cNvSpPr>
            <a:spLocks noGrp="1"/>
          </p:cNvSpPr>
          <p:nvPr>
            <p:ph idx="1"/>
          </p:nvPr>
        </p:nvSpPr>
        <p:spPr>
          <a:xfrm>
            <a:off x="443706" y="1691605"/>
            <a:ext cx="9193212" cy="4176464"/>
          </a:xfrm>
        </p:spPr>
        <p:txBody>
          <a:bodyPr/>
          <a:lstStyle/>
          <a:p>
            <a:pPr algn="just" defTabSz="914400">
              <a:lnSpc>
                <a:spcPct val="150000"/>
              </a:lnSpc>
              <a:spcBef>
                <a:spcPct val="20000"/>
              </a:spcBef>
              <a:buClrTx/>
              <a:buSzTx/>
              <a:buFont typeface="Arial" panose="020B0604020202020204" pitchFamily="34" charset="0"/>
              <a:buChar char="•"/>
              <a:defRPr/>
            </a:pPr>
            <a:r>
              <a:rPr lang="en-US" sz="1700" dirty="0">
                <a:latin typeface="Times New Roman" panose="02020603050405020304" pitchFamily="18" charset="0"/>
                <a:cs typeface="Times New Roman" panose="02020603050405020304" pitchFamily="18" charset="0"/>
              </a:rPr>
              <a:t>Users struggle to find relevant job opportunities because existing job portals rely on keyword-based matching rather than contextual NLP-driven recommendations.</a:t>
            </a:r>
          </a:p>
          <a:p>
            <a:pPr algn="just" defTabSz="914400">
              <a:lnSpc>
                <a:spcPct val="150000"/>
              </a:lnSpc>
              <a:spcBef>
                <a:spcPct val="20000"/>
              </a:spcBef>
              <a:buClrTx/>
              <a:buSzTx/>
              <a:buFont typeface="Arial" panose="020B0604020202020204" pitchFamily="34" charset="0"/>
              <a:buChar char="•"/>
              <a:defRPr/>
            </a:pPr>
            <a:r>
              <a:rPr lang="en-US" sz="1700" dirty="0">
                <a:latin typeface="Times New Roman" panose="02020603050405020304" pitchFamily="18" charset="0"/>
                <a:cs typeface="Times New Roman" panose="02020603050405020304" pitchFamily="18" charset="0"/>
              </a:rPr>
              <a:t>Job seekers lack insights into their career progress, required skills, and job market trends due to inadequate data visualization and predictive analytics.</a:t>
            </a:r>
          </a:p>
          <a:p>
            <a:pPr algn="just" defTabSz="914400">
              <a:lnSpc>
                <a:spcPct val="150000"/>
              </a:lnSpc>
              <a:spcBef>
                <a:spcPct val="20000"/>
              </a:spcBef>
              <a:buClrTx/>
              <a:buSzTx/>
              <a:buFont typeface="Arial" panose="020B0604020202020204" pitchFamily="34" charset="0"/>
              <a:buChar char="•"/>
              <a:defRPr/>
            </a:pPr>
            <a:r>
              <a:rPr lang="en-US" sz="1700" dirty="0">
                <a:latin typeface="Times New Roman" panose="02020603050405020304" pitchFamily="18" charset="0"/>
                <a:cs typeface="Times New Roman" panose="02020603050405020304" pitchFamily="18" charset="0"/>
              </a:rPr>
              <a:t>The absence of AI-driven chatbots leaves job seekers without personalized career guidance and real-time support.</a:t>
            </a:r>
          </a:p>
          <a:p>
            <a:pPr algn="just" defTabSz="914400">
              <a:lnSpc>
                <a:spcPct val="150000"/>
              </a:lnSpc>
              <a:spcBef>
                <a:spcPct val="20000"/>
              </a:spcBef>
              <a:buClrTx/>
              <a:buSzTx/>
              <a:buFont typeface="Arial" panose="020B0604020202020204" pitchFamily="34" charset="0"/>
              <a:buChar char="•"/>
              <a:defRPr/>
            </a:pPr>
            <a:r>
              <a:rPr lang="en-US" sz="1700" dirty="0">
                <a:latin typeface="Times New Roman" panose="02020603050405020304" pitchFamily="18" charset="0"/>
                <a:cs typeface="Times New Roman" panose="02020603050405020304" pitchFamily="18" charset="0"/>
              </a:rPr>
              <a:t>Many existing platforms have complicated interfaces that make job searching and resume submission cumbersome.</a:t>
            </a:r>
            <a:endParaRPr lang="en-IN"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13F6FD37-323D-7F16-706E-3F67C40A5713}"/>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US"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S</a:t>
            </a:r>
            <a:r>
              <a:rPr lang="en-IN" altLang="en-US" sz="3600" b="1" dirty="0" err="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ystem</a:t>
            </a: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 Design</a:t>
            </a:r>
          </a:p>
        </p:txBody>
      </p:sp>
      <p:sp>
        <p:nvSpPr>
          <p:cNvPr id="18435" name="Rectangle 2">
            <a:extLst>
              <a:ext uri="{FF2B5EF4-FFF2-40B4-BE49-F238E27FC236}">
                <a16:creationId xmlns:a16="http://schemas.microsoft.com/office/drawing/2014/main" id="{ED478BD8-8CC1-6C97-4C18-02267BF6DA2D}"/>
              </a:ext>
            </a:extLst>
          </p:cNvPr>
          <p:cNvSpPr>
            <a:spLocks noChangeArrowheads="1"/>
          </p:cNvSpPr>
          <p:nvPr/>
        </p:nvSpPr>
        <p:spPr bwMode="auto">
          <a:xfrm>
            <a:off x="503238" y="1768475"/>
            <a:ext cx="9070975" cy="4989513"/>
          </a:xfrm>
          <a:prstGeom prst="rect">
            <a:avLst/>
          </a:prstGeom>
          <a:noFill/>
          <a:ln>
            <a:noFill/>
          </a:ln>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marL="342900" indent="-342900" algn="just" defTabSz="914400">
              <a:spcBef>
                <a:spcPct val="20000"/>
              </a:spcBef>
              <a:buFont typeface="Arial" panose="020B0604020202020204" pitchFamily="34" charset="0"/>
              <a:buNone/>
              <a:tabLst/>
              <a:defRPr/>
            </a:pPr>
            <a:endParaRPr lang="en-IN" altLang="en-US" sz="3600" dirty="0">
              <a:solidFill>
                <a:srgbClr val="000000"/>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575816" y="1768475"/>
            <a:ext cx="8289134" cy="4664421"/>
          </a:xfrm>
          <a:prstGeom prst="rect">
            <a:avLst/>
          </a:prstGeom>
        </p:spPr>
      </p:pic>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0611503A-2D7E-EB89-B42B-A90F53837B45}"/>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Technologies and methodologies </a:t>
            </a:r>
          </a:p>
        </p:txBody>
      </p:sp>
      <p:sp>
        <p:nvSpPr>
          <p:cNvPr id="21507" name="Content Placeholder 2">
            <a:extLst>
              <a:ext uri="{FF2B5EF4-FFF2-40B4-BE49-F238E27FC236}">
                <a16:creationId xmlns:a16="http://schemas.microsoft.com/office/drawing/2014/main" id="{1D539055-BCB6-B100-7695-0A0973B2AE34}"/>
              </a:ext>
            </a:extLst>
          </p:cNvPr>
          <p:cNvSpPr txBox="1">
            <a:spLocks/>
          </p:cNvSpPr>
          <p:nvPr/>
        </p:nvSpPr>
        <p:spPr bwMode="auto">
          <a:xfrm>
            <a:off x="863848" y="1691605"/>
            <a:ext cx="6599588" cy="489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1100"/>
              </a:spcBef>
              <a:buClr>
                <a:schemeClr val="accent1"/>
              </a:buClr>
              <a:buSzPct val="80000"/>
              <a:buFont typeface="Wingdings 3" panose="05040102010807070707" pitchFamily="18" charset="2"/>
              <a:buChar char=""/>
              <a:defRPr sz="1900">
                <a:solidFill>
                  <a:srgbClr val="404040"/>
                </a:solidFill>
                <a:latin typeface="Trebuchet MS" panose="020B0603020202020204" pitchFamily="34" charset="0"/>
              </a:defRPr>
            </a:lvl1pPr>
            <a:lvl2pPr marL="742950" indent="-285750">
              <a:spcBef>
                <a:spcPts val="1100"/>
              </a:spcBef>
              <a:buClr>
                <a:schemeClr val="accent1"/>
              </a:buClr>
              <a:buSzPct val="80000"/>
              <a:buFont typeface="Wingdings 3" panose="05040102010807070707" pitchFamily="18" charset="2"/>
              <a:buChar char=""/>
              <a:defRPr sz="1700">
                <a:solidFill>
                  <a:srgbClr val="404040"/>
                </a:solidFill>
                <a:latin typeface="Trebuchet MS" panose="020B0603020202020204" pitchFamily="34" charset="0"/>
              </a:defRPr>
            </a:lvl2pPr>
            <a:lvl3pPr marL="1143000" indent="-228600">
              <a:spcBef>
                <a:spcPts val="1100"/>
              </a:spcBef>
              <a:buClr>
                <a:schemeClr val="accent1"/>
              </a:buClr>
              <a:buSzPct val="80000"/>
              <a:buFont typeface="Wingdings 3" panose="05040102010807070707" pitchFamily="18" charset="2"/>
              <a:buChar char=""/>
              <a:defRPr sz="1500">
                <a:solidFill>
                  <a:srgbClr val="404040"/>
                </a:solidFill>
                <a:latin typeface="Trebuchet MS" panose="020B0603020202020204" pitchFamily="34" charset="0"/>
              </a:defRPr>
            </a:lvl3pPr>
            <a:lvl4pPr marL="16002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4pPr>
            <a:lvl5pPr marL="20574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5pPr>
            <a:lvl6pPr marL="25146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6pPr>
            <a:lvl7pPr marL="29718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7pPr>
            <a:lvl8pPr marL="34290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8pPr>
            <a:lvl9pPr marL="38862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9pPr>
          </a:lstStyle>
          <a:p>
            <a:pPr marL="0" indent="0" algn="just" defTabSz="914400">
              <a:spcBef>
                <a:spcPct val="20000"/>
              </a:spcBef>
              <a:buClrTx/>
              <a:buSzTx/>
              <a:buNone/>
            </a:pPr>
            <a:r>
              <a:rPr lang="en-GB" altLang="en-US" sz="2000" b="1" u="sng" dirty="0">
                <a:solidFill>
                  <a:srgbClr val="000000"/>
                </a:solidFill>
                <a:latin typeface="Times New Roman" panose="02020603050405020304" pitchFamily="18" charset="0"/>
                <a:cs typeface="Times New Roman" panose="02020603050405020304" pitchFamily="18" charset="0"/>
              </a:rPr>
              <a:t>Front-End </a:t>
            </a:r>
          </a:p>
          <a:p>
            <a:pPr algn="just" defTabSz="914400">
              <a:spcBef>
                <a:spcPct val="20000"/>
              </a:spcBef>
              <a:buClrTx/>
              <a:buSzTx/>
              <a:buFont typeface="Arial" panose="020B0604020202020204" pitchFamily="34" charset="0"/>
              <a:buChar char="•"/>
            </a:pPr>
            <a:r>
              <a:rPr lang="en-GB" altLang="en-US" sz="1800" dirty="0">
                <a:solidFill>
                  <a:srgbClr val="000000"/>
                </a:solidFill>
                <a:latin typeface="Times New Roman" panose="02020603050405020304" pitchFamily="18" charset="0"/>
                <a:cs typeface="Times New Roman" panose="02020603050405020304" pitchFamily="18" charset="0"/>
              </a:rPr>
              <a:t>HTML5</a:t>
            </a:r>
          </a:p>
          <a:p>
            <a:pPr algn="just" defTabSz="914400">
              <a:spcBef>
                <a:spcPct val="20000"/>
              </a:spcBef>
              <a:buClrTx/>
              <a:buSzTx/>
              <a:buFont typeface="Arial" panose="020B0604020202020204" pitchFamily="34" charset="0"/>
              <a:buChar char="•"/>
            </a:pPr>
            <a:r>
              <a:rPr lang="en-GB" altLang="en-US" sz="1800" dirty="0">
                <a:solidFill>
                  <a:srgbClr val="000000"/>
                </a:solidFill>
                <a:latin typeface="Times New Roman" panose="02020603050405020304" pitchFamily="18" charset="0"/>
                <a:cs typeface="Times New Roman" panose="02020603050405020304" pitchFamily="18" charset="0"/>
              </a:rPr>
              <a:t>CSS</a:t>
            </a:r>
          </a:p>
          <a:p>
            <a:pPr algn="just" defTabSz="914400">
              <a:spcBef>
                <a:spcPct val="20000"/>
              </a:spcBef>
              <a:buClrTx/>
              <a:buSzTx/>
              <a:buFont typeface="Arial" panose="020B0604020202020204" pitchFamily="34" charset="0"/>
              <a:buChar char="•"/>
            </a:pPr>
            <a:r>
              <a:rPr lang="en-GB" altLang="en-US" sz="1800" dirty="0">
                <a:solidFill>
                  <a:srgbClr val="000000"/>
                </a:solidFill>
                <a:latin typeface="Times New Roman" panose="02020603050405020304" pitchFamily="18" charset="0"/>
                <a:cs typeface="Times New Roman" panose="02020603050405020304" pitchFamily="18" charset="0"/>
              </a:rPr>
              <a:t>JAVASCRIPT</a:t>
            </a:r>
          </a:p>
          <a:p>
            <a:pPr marL="0" indent="0" algn="just" defTabSz="914400">
              <a:spcBef>
                <a:spcPct val="20000"/>
              </a:spcBef>
              <a:buClrTx/>
              <a:buSzTx/>
              <a:buNone/>
            </a:pPr>
            <a:endParaRPr lang="en-GB" altLang="en-US" sz="2000" b="1" u="sng" dirty="0">
              <a:solidFill>
                <a:srgbClr val="000000"/>
              </a:solidFill>
              <a:latin typeface="Times New Roman" panose="02020603050405020304" pitchFamily="18" charset="0"/>
              <a:cs typeface="Times New Roman" panose="02020603050405020304" pitchFamily="18" charset="0"/>
            </a:endParaRPr>
          </a:p>
          <a:p>
            <a:pPr marL="0" indent="0" algn="just" defTabSz="914400">
              <a:spcBef>
                <a:spcPct val="20000"/>
              </a:spcBef>
              <a:buClrTx/>
              <a:buSzTx/>
              <a:buNone/>
            </a:pPr>
            <a:r>
              <a:rPr lang="en-GB" altLang="en-US" sz="2000" b="1" u="sng" dirty="0">
                <a:solidFill>
                  <a:srgbClr val="000000"/>
                </a:solidFill>
                <a:latin typeface="Times New Roman" panose="02020603050405020304" pitchFamily="18" charset="0"/>
                <a:cs typeface="Times New Roman" panose="02020603050405020304" pitchFamily="18" charset="0"/>
              </a:rPr>
              <a:t>Back-End </a:t>
            </a:r>
          </a:p>
          <a:p>
            <a:pPr algn="just" defTabSz="914400">
              <a:spcBef>
                <a:spcPct val="20000"/>
              </a:spcBef>
              <a:buClrTx/>
              <a:buSzTx/>
              <a:buFont typeface="Arial" panose="020B0604020202020204" pitchFamily="34" charset="0"/>
              <a:buChar char="•"/>
            </a:pPr>
            <a:r>
              <a:rPr lang="en-GB" altLang="en-US" sz="1800" dirty="0">
                <a:solidFill>
                  <a:srgbClr val="000000"/>
                </a:solidFill>
                <a:latin typeface="Times New Roman" panose="02020603050405020304" pitchFamily="18" charset="0"/>
                <a:cs typeface="Times New Roman" panose="02020603050405020304" pitchFamily="18" charset="0"/>
              </a:rPr>
              <a:t>Flask: Python Framework</a:t>
            </a:r>
          </a:p>
          <a:p>
            <a:pPr marL="0" indent="0" algn="just" defTabSz="914400">
              <a:spcBef>
                <a:spcPct val="20000"/>
              </a:spcBef>
              <a:buClrTx/>
              <a:buSzTx/>
              <a:buNone/>
            </a:pPr>
            <a:endParaRPr lang="en-GB" altLang="en-US" sz="2000" b="1" u="sng" dirty="0">
              <a:solidFill>
                <a:srgbClr val="000000"/>
              </a:solidFill>
              <a:latin typeface="Times New Roman" panose="02020603050405020304" pitchFamily="18" charset="0"/>
              <a:cs typeface="Times New Roman" panose="02020603050405020304" pitchFamily="18" charset="0"/>
            </a:endParaRPr>
          </a:p>
          <a:p>
            <a:pPr marL="0" indent="0" algn="just" defTabSz="914400">
              <a:spcBef>
                <a:spcPct val="20000"/>
              </a:spcBef>
              <a:buClrTx/>
              <a:buSzTx/>
              <a:buNone/>
            </a:pPr>
            <a:r>
              <a:rPr lang="en-GB" altLang="en-US" sz="2000" b="1" u="sng" dirty="0">
                <a:solidFill>
                  <a:srgbClr val="000000"/>
                </a:solidFill>
                <a:latin typeface="Times New Roman" panose="02020603050405020304" pitchFamily="18" charset="0"/>
                <a:cs typeface="Times New Roman" panose="02020603050405020304" pitchFamily="18" charset="0"/>
              </a:rPr>
              <a:t>Database  </a:t>
            </a:r>
          </a:p>
          <a:p>
            <a:pPr algn="just" defTabSz="914400">
              <a:spcBef>
                <a:spcPct val="20000"/>
              </a:spcBef>
              <a:buClrTx/>
              <a:buSzTx/>
              <a:buFont typeface="Arial" panose="020B0604020202020204" pitchFamily="34" charset="0"/>
              <a:buChar char="•"/>
            </a:pPr>
            <a:r>
              <a:rPr lang="en-GB" altLang="en-US" sz="1800" dirty="0">
                <a:solidFill>
                  <a:srgbClr val="000000"/>
                </a:solidFill>
                <a:latin typeface="Times New Roman" panose="02020603050405020304" pitchFamily="18" charset="0"/>
                <a:cs typeface="Times New Roman" panose="02020603050405020304" pitchFamily="18" charset="0"/>
              </a:rPr>
              <a:t>SQL </a:t>
            </a:r>
          </a:p>
          <a:p>
            <a:pPr marL="0" indent="0" algn="just" defTabSz="914400">
              <a:spcBef>
                <a:spcPct val="20000"/>
              </a:spcBef>
              <a:buClrTx/>
              <a:buSzTx/>
              <a:buNone/>
            </a:pPr>
            <a:endParaRPr lang="en-GB" altLang="en-US" sz="2000" b="1" u="sng" dirty="0">
              <a:solidFill>
                <a:srgbClr val="000000"/>
              </a:solidFill>
              <a:latin typeface="Times New Roman" panose="02020603050405020304" pitchFamily="18" charset="0"/>
              <a:cs typeface="Times New Roman" panose="02020603050405020304" pitchFamily="18" charset="0"/>
            </a:endParaRPr>
          </a:p>
          <a:p>
            <a:pPr marL="0" indent="0" algn="just" defTabSz="914400">
              <a:spcBef>
                <a:spcPct val="20000"/>
              </a:spcBef>
              <a:buClrTx/>
              <a:buSzTx/>
              <a:buNone/>
            </a:pPr>
            <a:r>
              <a:rPr lang="en-GB" altLang="en-US" sz="2000" b="1" u="sng" dirty="0">
                <a:solidFill>
                  <a:srgbClr val="000000"/>
                </a:solidFill>
                <a:latin typeface="Times New Roman" panose="02020603050405020304" pitchFamily="18" charset="0"/>
                <a:cs typeface="Times New Roman" panose="02020603050405020304" pitchFamily="18" charset="0"/>
              </a:rPr>
              <a:t>Algorithm </a:t>
            </a:r>
          </a:p>
          <a:p>
            <a:pPr algn="just" defTabSz="914400">
              <a:spcBef>
                <a:spcPct val="20000"/>
              </a:spcBef>
              <a:buClrTx/>
              <a:buSzTx/>
              <a:buFont typeface="Arial" panose="020B0604020202020204" pitchFamily="34" charset="0"/>
              <a:buChar char="•"/>
            </a:pPr>
            <a:r>
              <a:rPr lang="en-US" altLang="en-US" sz="1800" dirty="0">
                <a:solidFill>
                  <a:srgbClr val="000000"/>
                </a:solidFill>
                <a:latin typeface="Times New Roman" panose="02020603050405020304" pitchFamily="18" charset="0"/>
                <a:cs typeface="Times New Roman" panose="02020603050405020304" pitchFamily="18" charset="0"/>
              </a:rPr>
              <a:t>Natural Language Processing </a:t>
            </a:r>
          </a:p>
          <a:p>
            <a:pPr algn="just" defTabSz="914400">
              <a:spcBef>
                <a:spcPct val="20000"/>
              </a:spcBef>
              <a:buClrTx/>
              <a:buSzTx/>
              <a:buFont typeface="Arial" panose="020B0604020202020204" pitchFamily="34" charset="0"/>
              <a:buChar char="•"/>
            </a:pPr>
            <a:r>
              <a:rPr lang="en-US" altLang="en-US" sz="1800" dirty="0">
                <a:solidFill>
                  <a:srgbClr val="000000"/>
                </a:solidFill>
                <a:latin typeface="Times New Roman" panose="02020603050405020304" pitchFamily="18" charset="0"/>
                <a:cs typeface="Times New Roman" panose="02020603050405020304" pitchFamily="18" charset="0"/>
              </a:rPr>
              <a:t>Content-Based Filtering</a:t>
            </a:r>
          </a:p>
          <a:p>
            <a:pPr marL="0" indent="0" algn="just" defTabSz="914400">
              <a:spcBef>
                <a:spcPct val="20000"/>
              </a:spcBef>
              <a:buClrTx/>
              <a:buSzTx/>
              <a:buNone/>
            </a:pPr>
            <a:endParaRPr lang="en-GB" altLang="en-US" sz="1800" dirty="0">
              <a:solidFill>
                <a:srgbClr val="000000"/>
              </a:solidFill>
              <a:latin typeface="Times New Roman" panose="02020603050405020304" pitchFamily="18" charset="0"/>
              <a:cs typeface="Times New Roman" panose="02020603050405020304" pitchFamily="18" charset="0"/>
            </a:endParaRPr>
          </a:p>
          <a:p>
            <a:pPr marL="0" indent="0" algn="just" defTabSz="914400">
              <a:spcBef>
                <a:spcPct val="20000"/>
              </a:spcBef>
              <a:buClrTx/>
              <a:buSzTx/>
              <a:buNone/>
            </a:pPr>
            <a:endParaRPr lang="en-GB" altLang="en-US" sz="2000" dirty="0">
              <a:solidFill>
                <a:srgbClr val="000000"/>
              </a:solidFill>
              <a:latin typeface="Source Sans Pro" panose="020B0503030403020204" pitchFamily="34" charset="0"/>
            </a:endParaRPr>
          </a:p>
          <a:p>
            <a:pPr marL="0" indent="0" algn="just" defTabSz="914400">
              <a:spcBef>
                <a:spcPct val="20000"/>
              </a:spcBef>
              <a:buClrTx/>
              <a:buSzTx/>
              <a:buNone/>
            </a:pPr>
            <a:endParaRPr lang="en-GB" altLang="en-US" sz="2000" dirty="0">
              <a:solidFill>
                <a:srgbClr val="000000"/>
              </a:solidFill>
              <a:latin typeface="Source Sans Pro" panose="020B0503030403020204" pitchFamily="34" charset="0"/>
            </a:endParaRPr>
          </a:p>
          <a:p>
            <a:pPr marL="0" indent="0" algn="just" defTabSz="914400">
              <a:spcBef>
                <a:spcPct val="20000"/>
              </a:spcBef>
              <a:buClrTx/>
              <a:buSzTx/>
              <a:buNone/>
            </a:pPr>
            <a:endParaRPr lang="en-GB" altLang="en-US" sz="2000" dirty="0">
              <a:solidFill>
                <a:srgbClr val="000000"/>
              </a:solidFill>
              <a:latin typeface="Source Sans Pro" panose="020B0503030403020204" pitchFamily="34" charset="0"/>
            </a:endParaRPr>
          </a:p>
          <a:p>
            <a:pPr marL="0" indent="0" algn="just" defTabSz="914400">
              <a:spcBef>
                <a:spcPct val="20000"/>
              </a:spcBef>
              <a:buClrTx/>
              <a:buSzTx/>
              <a:buNone/>
            </a:pPr>
            <a:endParaRPr lang="en-GB" altLang="en-US" sz="2000" dirty="0">
              <a:solidFill>
                <a:srgbClr val="000000"/>
              </a:solidFill>
              <a:latin typeface="Source Sans Pro" panose="020B0503030403020204" pitchFamily="34"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2A635CA8-E004-9ABC-3635-077A77A6D0B1}"/>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 </a:t>
            </a:r>
          </a:p>
        </p:txBody>
      </p:sp>
      <p:sp>
        <p:nvSpPr>
          <p:cNvPr id="23555" name="Rectangle 2">
            <a:extLst>
              <a:ext uri="{FF2B5EF4-FFF2-40B4-BE49-F238E27FC236}">
                <a16:creationId xmlns:a16="http://schemas.microsoft.com/office/drawing/2014/main" id="{6B352B9D-6277-DB97-9A16-499F44E8B05D}"/>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A4F8F7D1-4265-7473-A4F8-EAC7D37630E9}"/>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Conclusion </a:t>
            </a:r>
          </a:p>
        </p:txBody>
      </p:sp>
      <p:sp>
        <p:nvSpPr>
          <p:cNvPr id="25603" name="Rectangle 2">
            <a:extLst>
              <a:ext uri="{FF2B5EF4-FFF2-40B4-BE49-F238E27FC236}">
                <a16:creationId xmlns:a16="http://schemas.microsoft.com/office/drawing/2014/main" id="{1DE97763-3108-05D5-4C52-B48C795B8138}"/>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24D9E70-66BA-EF9F-1602-D919F926DD7C}"/>
              </a:ext>
            </a:extLst>
          </p:cNvPr>
          <p:cNvSpPr>
            <a:spLocks noGrp="1"/>
          </p:cNvSpPr>
          <p:nvPr>
            <p:ph idx="1"/>
          </p:nvPr>
        </p:nvSpPr>
        <p:spPr>
          <a:xfrm>
            <a:off x="503238" y="1566069"/>
            <a:ext cx="8785546" cy="5095875"/>
          </a:xfrm>
        </p:spPr>
        <p:txBody>
          <a:bodyPr/>
          <a:lstStyle/>
          <a:p>
            <a:pPr>
              <a:buClr>
                <a:schemeClr val="tx1"/>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Hence, </a:t>
            </a:r>
            <a:r>
              <a:rPr lang="en-US" sz="1800" dirty="0" err="1">
                <a:latin typeface="Times New Roman" panose="02020603050405020304" pitchFamily="18" charset="0"/>
                <a:cs typeface="Times New Roman" panose="02020603050405020304" pitchFamily="18" charset="0"/>
              </a:rPr>
              <a:t>Devlopment</a:t>
            </a:r>
            <a:r>
              <a:rPr lang="en-US" sz="1800" dirty="0">
                <a:latin typeface="Times New Roman" panose="02020603050405020304" pitchFamily="18" charset="0"/>
                <a:cs typeface="Times New Roman" panose="02020603050405020304" pitchFamily="18" charset="0"/>
              </a:rPr>
              <a:t> and Implementation </a:t>
            </a:r>
            <a:r>
              <a:rPr lang="en-US" sz="1800">
                <a:latin typeface="Times New Roman" panose="02020603050405020304" pitchFamily="18" charset="0"/>
                <a:cs typeface="Times New Roman" panose="02020603050405020304" pitchFamily="18" charset="0"/>
              </a:rPr>
              <a:t>of 100</a:t>
            </a:r>
            <a:r>
              <a:rPr lang="en-US" sz="1800" dirty="0">
                <a:latin typeface="Times New Roman" panose="02020603050405020304" pitchFamily="18" charset="0"/>
                <a:cs typeface="Times New Roman" panose="02020603050405020304" pitchFamily="18" charset="0"/>
              </a:rPr>
              <a:t>% of  Web based platform providing seamless user experience.</a:t>
            </a:r>
          </a:p>
          <a:p>
            <a:pPr marL="0" indent="0">
              <a:buClr>
                <a:schemeClr val="tx1"/>
              </a:buClr>
              <a:buNone/>
            </a:pPr>
            <a:endParaRPr lang="en-US" sz="1800" dirty="0">
              <a:latin typeface="Times New Roman" panose="02020603050405020304" pitchFamily="18" charset="0"/>
              <a:cs typeface="Times New Roman" panose="02020603050405020304" pitchFamily="18" charset="0"/>
            </a:endParaRPr>
          </a:p>
          <a:p>
            <a:pPr>
              <a:buClr>
                <a:schemeClr val="tx1"/>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Job Recommendation and Resume Parsing with NLP and Chatbot is providing a comprehensive platform for user ,through it’s user-friendly interface.</a:t>
            </a:r>
          </a:p>
          <a:p>
            <a:pPr marL="0" indent="0">
              <a:buClr>
                <a:schemeClr val="tx1"/>
              </a:buClr>
              <a:buNone/>
            </a:pPr>
            <a:endParaRPr lang="en-IN" dirty="0"/>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89523EE1-B07A-AB0E-85A9-58A2435BA5A2}"/>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References</a:t>
            </a:r>
          </a:p>
        </p:txBody>
      </p:sp>
      <p:sp>
        <p:nvSpPr>
          <p:cNvPr id="27651" name="Rectangle 2">
            <a:extLst>
              <a:ext uri="{FF2B5EF4-FFF2-40B4-BE49-F238E27FC236}">
                <a16:creationId xmlns:a16="http://schemas.microsoft.com/office/drawing/2014/main" id="{1DBC90CE-4E11-FD9D-489A-2F4C13E97E9C}"/>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7652" name="Content Placeholder 2">
            <a:extLst>
              <a:ext uri="{FF2B5EF4-FFF2-40B4-BE49-F238E27FC236}">
                <a16:creationId xmlns:a16="http://schemas.microsoft.com/office/drawing/2014/main" id="{5C2456DD-A2A3-22F3-199E-8A8211A139FC}"/>
              </a:ext>
            </a:extLst>
          </p:cNvPr>
          <p:cNvSpPr txBox="1">
            <a:spLocks/>
          </p:cNvSpPr>
          <p:nvPr/>
        </p:nvSpPr>
        <p:spPr bwMode="auto">
          <a:xfrm>
            <a:off x="700087" y="1475581"/>
            <a:ext cx="8677275" cy="560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1100"/>
              </a:spcBef>
              <a:buClr>
                <a:schemeClr val="accent1"/>
              </a:buClr>
              <a:buSzPct val="80000"/>
              <a:buFont typeface="Wingdings 3" panose="05040102010807070707" pitchFamily="18" charset="2"/>
              <a:buChar char=""/>
              <a:defRPr sz="1900">
                <a:solidFill>
                  <a:srgbClr val="404040"/>
                </a:solidFill>
                <a:latin typeface="Trebuchet MS" panose="020B0603020202020204" pitchFamily="34" charset="0"/>
              </a:defRPr>
            </a:lvl1pPr>
            <a:lvl2pPr marL="742950" indent="-285750">
              <a:spcBef>
                <a:spcPts val="1100"/>
              </a:spcBef>
              <a:buClr>
                <a:schemeClr val="accent1"/>
              </a:buClr>
              <a:buSzPct val="80000"/>
              <a:buFont typeface="Wingdings 3" panose="05040102010807070707" pitchFamily="18" charset="2"/>
              <a:buChar char=""/>
              <a:defRPr sz="1700">
                <a:solidFill>
                  <a:srgbClr val="404040"/>
                </a:solidFill>
                <a:latin typeface="Trebuchet MS" panose="020B0603020202020204" pitchFamily="34" charset="0"/>
              </a:defRPr>
            </a:lvl2pPr>
            <a:lvl3pPr marL="1143000" indent="-228600">
              <a:spcBef>
                <a:spcPts val="1100"/>
              </a:spcBef>
              <a:buClr>
                <a:schemeClr val="accent1"/>
              </a:buClr>
              <a:buSzPct val="80000"/>
              <a:buFont typeface="Wingdings 3" panose="05040102010807070707" pitchFamily="18" charset="2"/>
              <a:buChar char=""/>
              <a:defRPr sz="1500">
                <a:solidFill>
                  <a:srgbClr val="404040"/>
                </a:solidFill>
                <a:latin typeface="Trebuchet MS" panose="020B0603020202020204" pitchFamily="34" charset="0"/>
              </a:defRPr>
            </a:lvl3pPr>
            <a:lvl4pPr marL="16002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4pPr>
            <a:lvl5pPr marL="20574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5pPr>
            <a:lvl6pPr marL="25146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6pPr>
            <a:lvl7pPr marL="29718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7pPr>
            <a:lvl8pPr marL="34290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8pPr>
            <a:lvl9pPr marL="38862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9pPr>
          </a:lstStyle>
          <a:p>
            <a:pPr defTabSz="914400">
              <a:lnSpc>
                <a:spcPct val="150000"/>
              </a:lnSpc>
              <a:spcBef>
                <a:spcPct val="20000"/>
              </a:spcBef>
              <a:buClrTx/>
              <a:buSzTx/>
              <a:buFont typeface="Arial" panose="020B0604020202020204" pitchFamily="34" charset="0"/>
              <a:buChar char="•"/>
            </a:pPr>
            <a:r>
              <a:rPr lang="en-GB" altLang="en-US" sz="1700" dirty="0">
                <a:solidFill>
                  <a:srgbClr val="000000"/>
                </a:solidFill>
                <a:latin typeface="Times New Roman" panose="02020603050405020304" pitchFamily="18" charset="0"/>
                <a:cs typeface="Times New Roman" panose="02020603050405020304" pitchFamily="18" charset="0"/>
              </a:rPr>
              <a:t>[1]</a:t>
            </a:r>
            <a:r>
              <a:rPr lang="en-US" sz="1700" dirty="0">
                <a:latin typeface="Times New Roman" panose="02020603050405020304" pitchFamily="18" charset="0"/>
                <a:cs typeface="Times New Roman" panose="02020603050405020304" pitchFamily="18" charset="0"/>
              </a:rPr>
              <a:t> Automated Resume Parsing: A Natural Language Processing  Approach,7</a:t>
            </a:r>
            <a:r>
              <a:rPr lang="en-US" sz="1700" baseline="30000" dirty="0">
                <a:latin typeface="Times New Roman" panose="02020603050405020304" pitchFamily="18" charset="0"/>
                <a:cs typeface="Times New Roman" panose="02020603050405020304" pitchFamily="18" charset="0"/>
              </a:rPr>
              <a:t>th</a:t>
            </a:r>
            <a:r>
              <a:rPr lang="en-US" sz="1700" dirty="0">
                <a:latin typeface="Times New Roman" panose="02020603050405020304" pitchFamily="18" charset="0"/>
                <a:cs typeface="Times New Roman" panose="02020603050405020304" pitchFamily="18" charset="0"/>
              </a:rPr>
              <a:t> International Conference on Computation System and Information Technology for Sustainable Solutions, Zhejiang University,2023</a:t>
            </a:r>
          </a:p>
          <a:p>
            <a:pPr defTabSz="914400">
              <a:lnSpc>
                <a:spcPct val="150000"/>
              </a:lnSpc>
              <a:spcBef>
                <a:spcPct val="20000"/>
              </a:spcBef>
              <a:buClrTx/>
              <a:buSzTx/>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[2]A Research of Job Recommendation System Based on Content-Based Filtering, 7</a:t>
            </a:r>
            <a:r>
              <a:rPr lang="en-US" sz="1700" baseline="30000" dirty="0">
                <a:latin typeface="Times New Roman" panose="02020603050405020304" pitchFamily="18" charset="0"/>
                <a:cs typeface="Times New Roman" panose="02020603050405020304" pitchFamily="18" charset="0"/>
              </a:rPr>
              <a:t>th</a:t>
            </a:r>
            <a:r>
              <a:rPr lang="en-US" sz="1700" dirty="0">
                <a:latin typeface="Times New Roman" panose="02020603050405020304" pitchFamily="18" charset="0"/>
                <a:cs typeface="Times New Roman" panose="02020603050405020304" pitchFamily="18" charset="0"/>
              </a:rPr>
              <a:t>  International Symposium on Computational Intelligence and Design , Zhejiang University,2014.</a:t>
            </a:r>
            <a:endParaRPr lang="en-IN" sz="1700" dirty="0">
              <a:latin typeface="Times New Roman" panose="02020603050405020304" pitchFamily="18" charset="0"/>
              <a:cs typeface="Times New Roman" panose="02020603050405020304" pitchFamily="18" charset="0"/>
            </a:endParaRPr>
          </a:p>
          <a:p>
            <a:pPr defTabSz="914400">
              <a:lnSpc>
                <a:spcPct val="150000"/>
              </a:lnSpc>
              <a:spcBef>
                <a:spcPct val="20000"/>
              </a:spcBef>
              <a:buClrTx/>
              <a:buSzTx/>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[3]A Machine Learning-Based Job Forecasting And Trend Analysis System To Predict Future Job Markets Using Historical Data, 8</a:t>
            </a:r>
            <a:r>
              <a:rPr lang="en-US" sz="1700" baseline="30000" dirty="0">
                <a:latin typeface="Times New Roman" panose="02020603050405020304" pitchFamily="18" charset="0"/>
                <a:cs typeface="Times New Roman" panose="02020603050405020304" pitchFamily="18" charset="0"/>
              </a:rPr>
              <a:t>th</a:t>
            </a:r>
            <a:r>
              <a:rPr lang="en-US" sz="1700" dirty="0">
                <a:latin typeface="Times New Roman" panose="02020603050405020304" pitchFamily="18" charset="0"/>
                <a:cs typeface="Times New Roman" panose="02020603050405020304" pitchFamily="18" charset="0"/>
              </a:rPr>
              <a:t>  International Conference for Convergence in Technology Pune, India,2023</a:t>
            </a:r>
            <a:endParaRPr lang="en-IN" sz="1700" dirty="0">
              <a:latin typeface="Times New Roman" panose="02020603050405020304" pitchFamily="18" charset="0"/>
              <a:cs typeface="Times New Roman" panose="02020603050405020304" pitchFamily="18" charset="0"/>
            </a:endParaRPr>
          </a:p>
          <a:p>
            <a:pPr marL="0" indent="0" defTabSz="914400">
              <a:spcBef>
                <a:spcPct val="20000"/>
              </a:spcBef>
              <a:buClrTx/>
              <a:buSzTx/>
              <a:buNone/>
            </a:pPr>
            <a:endParaRPr lang="en-GB" altLang="en-US" sz="2000" dirty="0">
              <a:solidFill>
                <a:srgbClr val="000000"/>
              </a:solidFill>
              <a:latin typeface="Source Sans Pro" panose="020B0503030403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1">
            <a:extLst>
              <a:ext uri="{FF2B5EF4-FFF2-40B4-BE49-F238E27FC236}">
                <a16:creationId xmlns:a16="http://schemas.microsoft.com/office/drawing/2014/main" id="{DC52D063-948A-6068-EA08-53E475280CEC}"/>
              </a:ext>
            </a:extLst>
          </p:cNvPr>
          <p:cNvSpPr>
            <a:spLocks noChangeArrowheads="1"/>
          </p:cNvSpPr>
          <p:nvPr/>
        </p:nvSpPr>
        <p:spPr bwMode="auto">
          <a:xfrm>
            <a:off x="647700" y="3057525"/>
            <a:ext cx="9070975" cy="1262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168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3600" b="1">
                <a:solidFill>
                  <a:srgbClr val="000000"/>
                </a:solidFill>
                <a:latin typeface="Times New Roman" panose="02020603050405020304" pitchFamily="18" charset="0"/>
                <a:cs typeface="DejaVu Sans" charset="0"/>
              </a:rPr>
              <a:t>Thank You...!!</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796</TotalTime>
  <Words>1030</Words>
  <Application>Microsoft Office PowerPoint</Application>
  <PresentationFormat>Custom</PresentationFormat>
  <Paragraphs>129</Paragraphs>
  <Slides>15</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Source Sans Pro</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Limitations of existing systems </vt:lpstr>
      <vt:lpstr> Problem statement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 b</dc:creator>
  <cp:lastModifiedBy>Rishi Bije</cp:lastModifiedBy>
  <cp:revision>54</cp:revision>
  <cp:lastPrinted>1601-01-01T00:00:00Z</cp:lastPrinted>
  <dcterms:created xsi:type="dcterms:W3CDTF">2017-10-25T08:22:14Z</dcterms:created>
  <dcterms:modified xsi:type="dcterms:W3CDTF">2025-04-22T01:04:46Z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6</vt:i4>
  </property>
</Properties>
</file>